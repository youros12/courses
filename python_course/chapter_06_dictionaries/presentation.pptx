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Chapter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Dictionaries - Key-Value Pairs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Storing Connected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What Are Dictionaries? 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A dictionary stores data as key-value pairs - like a real dictionary!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Real Dictionary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Python Dictionary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Each key maps to a specific value!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Why Use Dictionaries? 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Connect Related Data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Store attributes that belong together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Fast Lookup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Find values instantly using keys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Meaningful Names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Use descriptive keys instead of indices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Flexible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Add, modify, or remove data easily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Real-world examples:Contact information, product details, settings, user profiles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Creating Dictionaries 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Empty Dictionary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Dictionary with Data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Different Value Types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Accessing Values 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Use keys (not indices) to access values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Square Bracket Notation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get() Method (Safer)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💡 Tip:Use get() to avoid errors when key might not exist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Modifying Dictionaries 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Change Existing Value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Add New Key-Value Pair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Remove Items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Dictionary Methods 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keys() - Get all keys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values() - Get all values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items() - Get key-value pairs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update() - Add multiple items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pop() - Remove and return value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Iterating Through Dictionaries 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Loop Through Keys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Loop Through Values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Loop Through Key-Value Pairs (Best!)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Dictionary vs List ⚖️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Lists 📋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Dictionaries 📖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Use Lists:for ordered items |Use Dictionaries:for labeled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Real-World: Contact Book 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Nested Dictionaries 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Dictionaries can contain other dictionaries!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Student Records Example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Accessing Nested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Time to Practice!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Open the practice notebook and master dictionaries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Dictionaries unlock powerful data storage!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