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274320" cy="502920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Chapter 6: Dictionaries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6702552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297680"/>
            <a:ext cx="6336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Key-Value Pairs and Mappings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Are Dictionaries?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Dictionaries: Collections of key-value 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Unordered (Python 3.7+: insertion ordered)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Keys must be unique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Values can be any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Mutable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Creating Dictionaries: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student = {"name": "Alice", "age": 20}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11879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11879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5759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empty = {}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empty = dict()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When to Use: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Associate related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663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Fast lookup by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406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Represent real-world objects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149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Configuration settings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Are Dictionaries?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Counting and grouping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Accessing and Modifying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Access by Key: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student["name"]  # "Alice"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student.get("age")  #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student.get("grade", "N/A")  #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Adding/Updating: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39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63239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5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student["grade"] = "A"  # Add new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student["age"] = 21  # Update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student.update({"gpa": 4.0})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Removing: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del student["age"]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292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0292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grade = student.pop("grade")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student.clear()  # Remove 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Accessing and Modifying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Checking Keys: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"name" in student  #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"email" not in student  # 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Dictionary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Keys, Values, Items: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student.keys()  # dict_keys([...])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student.values()  # dict_values([...])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student.items()  # dict_items([...])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Iterating: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39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63239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59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key in student: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print(key, student[key])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key, value in student.items():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print(f"{key}: {value}")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976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Other Methods: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00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student.get(key, default)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student.setdefault(key, default)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49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student.update(other_dict)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235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student.copy()  # Shallow copy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Dictionary Comprehensions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Creating from Lists: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keys = ["a", "b", "c"]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values = [1, 2, 3]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 = {k: v for k, v in zip(keys, values)}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Transforming: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squares = {x: x**2 for x in range(5)}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# {0: 0, 1: 1, 2: 4, 3: 9, 4: 16}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Filtering: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scores = {"Alice": 90, "Bob": 75, "Charlie": 85}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9834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834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high_scores = {k: v for k, v in scores.items() if v &gt;= 80}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321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778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Case Transform: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9893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9893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0350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upper = {k.upper(): v for k, v in data.items()}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Nested Dictionaries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Structure: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students = {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"student1": {"name": "Alice", "grade": "A"},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"student2": {"name": "Bob", "grade": "B"}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Accessing: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students["student1"]["name"]  # "Alice"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Iterating: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5196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25196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student_id, info in students.items():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print(f"{student_id}:")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for key, value in info.items():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print(f"  {key}: {value}")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864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321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Use Cases: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Nested Dictionaries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Database-like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Configuration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API responses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Complex data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Common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Counting: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word_count = {}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word in words: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word_count[word] = word_count.get(word, 0) + 1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Grouping: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10789920" cy="1554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3152" cy="1554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24128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by_grade = {}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student in students: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grade = student["grade"]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grade not in by_grade: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by_grade[grade] = []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by_grade[grade].append(student)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Merging: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dict1.update(dict2)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6692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6692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merged = {**dict1, **dict2}  # Python 3.5+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merged = dict1 | dict2  # Python 3.9+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Dictionary vs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Use Dictionary When: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Need key-value associations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Fast lookup is important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Keys are meaningful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Order doesn't matter much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Use List When: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Order is 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5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Need indexing by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All items same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Frequent iteration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348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805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Performance: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Dictionary lookup: O(1)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List search: O(n)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3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Dictionary more memory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1499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76071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172199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6172199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21791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phone_book = {"Alice": "555-1234"}  # Dict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names = ["Alice", "Bob"]  # List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Good Practices: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Use .get() for safe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Check keys before accessing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 descriptive 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Keep structure simple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546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003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Common Mistakes: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5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KeyError from missing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Using mutable objects as 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Not initializing nested structures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Comparing with == when need "is"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091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548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Performance Tips: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66359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166359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12079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in operator is fast for keys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Use defaultdict for counting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Consider frozenset for immutable keys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Best Practices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Code Style: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One key-value per line for readability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 trailing comma in multi-line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Time to Practice!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Chapter 6 Exercises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