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274320" cy="502920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Chapter 5: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702552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297680"/>
            <a:ext cx="63367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Working with Ordered Collections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Are Lists?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Lists: Ordered collections of items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Can contain any data 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Mutable (can be changed)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Indexed starting at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Creating Lists: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39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3239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59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fruits = ["apple", "banana", "orange"]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 = [1, 2, 3, 4, 5]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mixed = [1, "hello", 3.14, True]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empty = []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Why Use Lists?: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Store multiple related items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Organize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Iterate through collections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235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Build dynamic datasets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Accessing List Elements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Indexing: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fruits = ["apple", "banana", "orange"]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fruits[0]  # "apple"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fruits[1]  # "banana"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fruits[-1]  # "orange" (last)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546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03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Slicing: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7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5759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fruits[0:2]  # ["apple", "banana"]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690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fruits[1:]   # ["banana", "orange"]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262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fruits[:2]   # ["apple", "banana"]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834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Length: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len(fruits)  #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150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760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Checking Membership: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"apple" in fruits  # True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Modifying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Adding Items: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fruits.append("grape")  # Add to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fruits.insert(1, "mango")  # Insert at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3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fruits.extend(["kiwi", "pear"])  # Add multiple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0603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Removing Items: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fruits.remove("banana")  # Remove by value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37559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37559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83279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item = fruits.pop()  # Remove and return last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item = fruits.pop(0)  # Remove by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60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del fruits[1]  # Delete by index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348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fruits.clear()  # Remove 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634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091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Changing Items: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12064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12064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5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fruits[0] = "pineapple"  # Change by index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List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Sorting: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numbers.sort()  # Sort in place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numbers.sort(reverse=True)  # Descending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sorted_nums = sorted(numbers)  # Return sorted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Reversing: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numbers.reverse()  # Reverse in 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6616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1187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reversed_nums = numbers[::-1]  # Copy reversed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148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Other Methods: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177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numbers.count(5)  # Count occurrences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920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numbers.index(3)  # Find first 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663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numbers.copy()  # Shallow copy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394959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4406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Concatenation: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978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list1 + list2  # Combine lists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1721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[1, 2] * 3  # [1, 2, 1, 2, 1, 2]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Iterating Through Lists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Iterating Through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Basic Iteration: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fruit in fruits: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print(fruit)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Index (enumerate):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632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i, fruit in enumerate(fruits):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print(f"{i}: {fruit}")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With Index (range):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5196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5196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range(len(fruits)):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print(f"{i}: {fruits[i]}")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List Comprehensions: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48640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48640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321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squares = [x**2 for x in range(10)]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evens = [x for x in numbers if x % 2 == 0]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Processing: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Nested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Lists Within Lists: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matrix = [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[1, 2, 3],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[4, 5, 6],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[7, 8, 9]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375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Accessing: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matrix[0]  # [1, 2,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6908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matrix[0][0]  #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33333"/>
                </a:solidFill>
              </a:defRPr>
            </a:pPr>
            <a:r>
              <a:t>matrix[1][2]  #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6177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Iterating: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7492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row in matrix: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for item in row: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print(item)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0350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Use Cases: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Common List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Building Lists: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789920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73152" cy="8686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2412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numbers = []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i in range(10):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numbers.append(i * 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Filtering: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evens = []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num in numbers: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num % 2 == 0: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evens.append(num)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2628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Finding Maximum: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789920" cy="10972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37760"/>
            <a:ext cx="73152" cy="10972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241280" cy="10058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max_val = numbers[0]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for num in numbers: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if num &gt; max_val: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max_val = num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Copying Lists: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37160" cy="576072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List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Use descriptive names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789920" cy="6400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73152" cy="6400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0312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Check for empty: if my_list: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Use list comprehensions for simple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803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Initialize before building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546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Avoid: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10789920" cy="4114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66160"/>
            <a:ext cx="73152" cy="411480"/>
          </a:xfrm>
          <a:prstGeom prst="rect">
            <a:avLst/>
          </a:prstGeom>
          <a:solidFill>
            <a:srgbClr val="61A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11879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• Modifying list while iterating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60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Using list as default parameter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348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Deep nesting (max 2-3 levels)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11430000" cy="3657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0915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Common Mistakes: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6635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Index out of 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4067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Confusing append() and extend()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1499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Forgetting lists are mutable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89319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1">
              <a:defRPr sz="1600">
                <a:solidFill>
                  <a:srgbClr val="333333"/>
                </a:solidFill>
              </a:defRPr>
            </a:pPr>
            <a:r>
              <a:t>• Not copying when needed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31352" y="4114800"/>
            <a:ext cx="3657600" cy="137160"/>
          </a:xfrm>
          <a:prstGeom prst="rect">
            <a:avLst/>
          </a:prstGeom>
          <a:solidFill>
            <a:srgbClr val="FF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Time to Practice!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Chapter 5 Exercises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