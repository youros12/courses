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629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Chapter 5: Collections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ADCCEB"/>
                </a:solidFill>
              </a:defRPr>
            </a:pPr>
            <a:r>
              <a:t>Working with Lists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What Are Lists?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A list is a collection of items in a particular order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Lists can contain any type of data: numbers, strings, objects, even other lists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Lists are mutable - you can change their contents after creation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Lists maintain the order of items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Why Use Lists?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Store related data together (e.g., names, scores, products)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Process multiple items efficiently with loops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Organize and manage collections dynamically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One of Python's most versatile data structures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Creating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Lists are created using square brackets [ ]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Empty list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my_list = []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with numbers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 = [1, 2, 3, 4, 5]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with strings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Mixed types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mixed = [42, 'hello', 3.14, True]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of lists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matrix = [[1, 2, 3], [4, 5, 6], [7, 8, 9]]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Using list() constructor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letters = list('abc')  # ['a', 'b', 'c']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Accessing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Use indices to access individual items (0-based indexing)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Positive indices (from start)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'cherry', 'date']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print(fruits[0])   # 'apple'  (first item)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print(fruits[1])   # 'banana' (second item)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print(fruits[3])   # 'date'   (fourth item)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Negative indices (from end)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print(fruits[-1])  # 'date'   (last item)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print(fruits[-2])  # 'cherry' (second to last)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print(fruits[-4])  # 'apple'  (same as [0])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Index out of range causes an error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print(fruits[10])  # IndexError!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Slicing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Extract portions of a list using slice notation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 = [0, 1, 2, 3, 4, 5, 6, 7, 8, 9]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Basic slicing [start:end] - end is exclusive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print(numbers[2:5])    # [2, 3, 4]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print(numbers[0:3])    # [0, 1, 2]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Omit start or end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print(numbers[:4])     # [0, 1, 2, 3] (from beginning)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print(numbers[6:])     # [6, 7, 8, 9] (to end)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Step value [start:end:step]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print(numbers[::2])    # [0, 2, 4, 6, 8] (every 2nd)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print(numbers[1::2])   # [1, 3, 5, 7, 9] (odd numbers)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print(numbers[::-1])   # [9, 8, 7...0] (reversed!)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Adding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Multiple ways to add items to a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append() - add to end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fruits.append('cherry')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insert() - add at specific position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fruits.insert(1, 'orange')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'orange',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extend() - add multiple items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fruits.extend(['grape', 'mango'])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'orange', 'banana', 'cherry', 'grape', 'mango']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+ operator - create new list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more_fruits = fruits + ['kiwi', 'peach']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Removing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Different methods to remove items from a 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'cherry', 'banana', 'date']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remove() - remove first occurrence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fruits.remove('banana')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'cherry', 'banana', 'date']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pop() - remove and return last item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last = fruits.pop()  # 'date'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'cherry', 'banana']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pop(index) - remove at specific position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second = fruits.pop(1)  # 'cherry'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['apple', 'banana']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del - delete by index or slice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del fruits[0]  # ['banana']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clear() - remove all items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fruits.clear()  # []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Organizing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Sort and reverse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sort() - modify list in place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 = [3, 1, 4, 1, 5, 9, 2, 6]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numbers.sort()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print(numbers)  # [1, 1, 2, 3, 4, 5, 6, 9]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sort(reverse=True) - descending order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numbers.sort(reverse=True)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print(numbers)  # [9, 6, 5, 4, 3, 2, 1, 1]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sorted() - return new sorted list (original unchanged)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original = [3, 1, 4, 1, 5]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new_list = sorted(original)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print(original)  # [3, 1, 4, 1, 5] (unchanged)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print(new_list)  # [1, 1, 3, 4, 5] (sorted)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reverse() - reverse order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numbers.reverse()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Getting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Methods and operators to query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'cherry', 'banana']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len() - number of items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print(len(fruits))  # 4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count() - count occurrences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print(fruits.count('banana'))  # 2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print(fruits.count('grape'))   # 0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index() - find position of item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print(fruits.index('cherry'))  # 2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print(fruits.index('grape'))  # ValueError!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in operator - check membership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print('apple' in fruits)   # True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print('grape' in fruits)   # False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print('grape' not in fruits)  # True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Iterating Through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Loop through lists to process each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Basic for loop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fruit in fruits: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print(fruit)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apple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banana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cherry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Process each item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 = [1, 2, 3, 4, 5]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total = 0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num in numbers: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total += num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print(f"Sum: {total}")  # Sum: 15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comprehension for transformation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squared = [x**2 for x in numbers]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print(squared)  # [1, 4, 9, 16, 25]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Using enumerate()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Get both index and value when looping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enumerate() gives index and value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index, fruit in enumerate(fruits):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print(f"{index}: {fruit}")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0: apple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1: banana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2: cherry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Start counting from 1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num, fruit in enumerate(fruits, 1):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print(f"{num}. {fruit}")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1. apple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2. banana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3. cherry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Useful for modifying list during iteration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i, fruit in enumerate(fruits):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fruits[i] = fruit.upper()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List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Common operations with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Concatenation with +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list1 = [1, 2, 3]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list2 = [4, 5, 6]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combined = list1 + list2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print(combined)  # [1, 2, 3, 4, 5, 6]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Repetition with *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pattern = ['A', 'B']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repeated = pattern * 3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print(repeated)  # ['A', 'B', 'A', 'B', 'A', 'B']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Comparison operators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print([1, 2, 3] == [1, 2, 3])  # True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print([1, 2, 3] &lt; [1, 2, 4])   # True (lexicographic)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unpacking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a, b, c = [1, 2, 3]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print(a, b, c)  # 1 2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List Comprehensions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Create new lists in a single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Basic syntax: [expression for item in iterable]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Create list of squares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squares = [x**2 for x in range(1, 6)]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print(squares)  # [1, 4, 9, 16, 25]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Transform strings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fruits =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upper_fruits = [fruit.upper() for fruit in fruits]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print(upper_fruits)  # ['APPLE', 'BANANA', 'CHERRY']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Perform calculations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prices = [10, 20, 30, 40]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with_tax = [price * 1.1 for price in prices]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print(with_tax)  # [11.0, 22.0, 33.0, 44.0]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More concise than traditional loops!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List Comprehensions with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Filter items while creating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Filter with if condition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numbers = [1, 2, 3, 4, 5, 6, 7, 8, 9, 10]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Only even numbers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evens = [x for x in numbers if x % 2 == 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print(evens)  # [2, 4, 6, 8, 10]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Only numbers &gt; 5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large = [x for x in numbers if x &gt; 5]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print(large)  # [6, 7, 8, 9, 10]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Transform AND filter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doubled_evens = [x * 2 for x in numbers if x % 2 == 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print(doubled_evens)  # [4, 8, 12, 16, 20]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Conditional expression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labels = ['even' if x % 2 == 0 else 'odd' for x in numbers]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Real-World Example: Grade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Managing student grades with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Grade management system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grades = []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Add grades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grades.append(85)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grades.append(92)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grades.append(78)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grades.extend([88, 95, 72])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Calculate statistics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average = sum(grades) / len(grades)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highest = max(grades)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lowest = min(grades)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print(f"Average: {average:.1f}")  # Average: 85.0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print(f"Highest: {highest}")      # Highest: 95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print(f"Lowest: {lowest}")        # Lowest: 72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Find grades above average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above_avg = [g for g in grades if g &gt; average]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print(f"Above average: {above_avg}")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Real-World Example: Shopping Cart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5959"/>
                </a:solidFill>
              </a:defRPr>
            </a:pPr>
            <a:r>
              <a:t>Building a shopping cart with lists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7863840" cy="4389120"/>
          </a:xfrm>
          <a:prstGeom prst="rect">
            <a:avLst/>
          </a:prstGeom>
          <a:solidFill>
            <a:srgbClr val="F8F9FA"/>
          </a:solidFill>
          <a:ln w="25400">
            <a:solidFill>
              <a:srgbClr val="6497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7315200" cy="4023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Shopping cart system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cart = []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Add items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cart.append({'name': 'Laptop', 'price': 999.99, 'qty': 1})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cart.append({'name': 'Mouse', 'price': 29.99, 'qty': 2})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cart.append({'name': 'Keyboard', 'price': 79.99, 'qty': 1})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Calculate total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total = sum(item['price'] * item['qty'] for item in cart)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print(f"Total: ${total:.2f}")  # Total: $1139.96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List all items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for i, item in enumerate(cart, 1):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    print(f"{i}. {item['name']} x{item['qty']} - ${item['price']}")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# Remove item</a:t>
            </a:r>
          </a:p>
          <a:p>
            <a:pPr>
              <a:spcAft>
                <a:spcPts val="200"/>
              </a:spcAft>
              <a:defRPr sz="1600">
                <a:solidFill>
                  <a:srgbClr val="595959"/>
                </a:solidFill>
                <a:latin typeface="Courier New"/>
              </a:defRPr>
            </a:pPr>
            <a:r>
              <a:t>cart.pop(1)  # Remove mouse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Patterns and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Use list comprehensions for simple transformations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More readable and often faster than loops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Check if list is empty: if my_list: or if not my_list: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Pythonic way to check for empty lists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Use enumerate() when you need both index and value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Better than range(len(list))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Make a copy with my_list.copy() or my_list[:]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Avoid unexpected modifications to original list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Use in operator for membership testing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Clear and efficient: if item in my_list: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6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Perfect for: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Ordered collections where sequence matters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Collections that need to change (add/remove items)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Items that may contain duplicates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Storing similar items (homogeneous data)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Consider alternatives when: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You need unique items only → use sets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You need key-value pairs → use dictionaries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Data should not change → use tuples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• You need fast lookups by value → use sets/dicts</a:t>
            </a: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595959"/>
                </a:solidFill>
              </a:defRPr>
            </a:pPr>
            <a:r>
              <a:t>Lists are versatile and often the right choice!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629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Practice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600">
                <a:solidFill>
                  <a:srgbClr val="ADCCEB"/>
                </a:solidFill>
              </a:defRPr>
            </a:pPr>
            <a:r>
              <a:t>Try the exercises in your practice notebook</a:t>
            </a:r>
          </a:p>
          <a:p>
            <a:pPr algn="ctr">
              <a:spcAft>
                <a:spcPts val="1000"/>
              </a:spcAft>
              <a:defRPr sz="2600">
                <a:solidFill>
                  <a:srgbClr val="ADCCEB"/>
                </a:solidFill>
              </a:defRPr>
            </a:pPr>
            <a:r>
              <a:t>Experiment with different list operations</a:t>
            </a:r>
          </a:p>
          <a:p>
            <a:pPr algn="ctr">
              <a:spcAft>
                <a:spcPts val="1000"/>
              </a:spcAft>
              <a:defRPr sz="2600">
                <a:solidFill>
                  <a:srgbClr val="ADCCEB"/>
                </a:solidFill>
              </a:defRPr>
            </a:pPr>
            <a:r>
              <a:t>Build something creative!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