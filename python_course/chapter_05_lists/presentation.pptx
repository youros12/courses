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Working with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Organizing Data Like a 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What Are Lists? 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 list is a collection of items stored in a single variable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Without Lists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 Lists 🎉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Lists make managing multiple items easy!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Why Use Lists? 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Organization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Keep related data together in one place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Flexibility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Add, remove, or modify items anytime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Iteration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Process all items with loops easily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Efficiency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Work with any number of items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Real-world examples:Shopping lists, student grades, to-do tasks, product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Creating Lists 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Empty List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List of Numbers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List of Strings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Mixed Types (Possible but not recommended)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Accessing Elements 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Each item in a list has an index (position number)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Positive Indices (from start)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⚠️ Important:Python lists start at index 0, not 1!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Negative Indices ⬅️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Access items from the end of the list using negative numbers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Negative Indices (from end)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Examples: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💡 Tip:Use -1 to always get the last item!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Slicing Lists ✂️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Extract a portion of a list using [start:end]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Syntax: list[start:end]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Note:End index is NOT included in the slice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Adding Items 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append() - Add to end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insert() - Add at specific position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extend() - Add multiple items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Removing Items 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remove() - Remove by value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pop() - Remove by index (returns item)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clear() - Remove all items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Organizing Lists 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sort() - Sort in place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reverse() - Reverse the order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sorted() - Return sorted copy (doesn't modify original)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Getting Information ℹ️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len() - Get list length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count() - Count occurrences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index() - Find position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in operator - Check membership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Iterating Through Lists 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 for loops to process each item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Basic Loop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Loop with Index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Loop with enumerate()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List Operations 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Concatenation (+)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Repetition (*)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Useful Functions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List Comprehensions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Create lists in a single, elegant line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Traditional Way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List Comprehension Way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With Condition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💡 Benefits:More concise, faster, and Pythonic!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Real-World: Grade Manager 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Real-World: Shopping Cart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Common List Patterns 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82880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Copy a List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Filter Items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Transform Items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Remove Duplicates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Check if Empty</a:t>
            </a:r>
          </a:p>
          <a:p>
            <a:pPr>
              <a:spcAft>
                <a:spcPts val="800"/>
              </a:spcAft>
              <a:defRPr sz="2000" b="1">
                <a:solidFill>
                  <a:srgbClr val="333333"/>
                </a:solidFill>
              </a:defRPr>
            </a:pPr>
            <a:r>
              <a:t>Join to String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Best Practices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✓ 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Time to Practice!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Open the practice notebook and master 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Lists are powerful - let's build amazing things!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