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274320" cy="502920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Chapter 4: Loops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702552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0" y="4297680"/>
            <a:ext cx="633679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Repetition with While and For Loops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Why Do We Need Loops?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Problem: Repetitive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print("Hello")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print("Hello")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print("Hello")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517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print("Hello")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260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print("Hello")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15467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0039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Solution: Use a Loop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611879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611879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657599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i in range(5):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print("Hello")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3891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4348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Benefits of Loops: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920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Reduce code duplication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663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Easy to change repetition count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4406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Handle variable-length tasks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7149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More efficient and maintainable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94359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98931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Two Types of Loops in Python: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While Loops: Basic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While Loop Syntax: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while condition: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# code to repeat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# update condition eventually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834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Simple Example: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46120"/>
            <a:ext cx="10789920" cy="1097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73152" cy="1097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91840"/>
            <a:ext cx="10241280" cy="10058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count = 0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while count &lt; 5: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print(count)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count +=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4805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262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How It Works: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3776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93776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1. Check if condition is True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532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2. If True, execute loop body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3. Repeat from step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4. If False, exit loop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While Loop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Countdown: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1097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1097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10058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count = 5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while count &gt; 0: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print(count)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count -=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63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print("Blast off!")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2918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3375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Sum Numbers: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49040"/>
            <a:ext cx="10789920" cy="13258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749040"/>
            <a:ext cx="73152" cy="13258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94760"/>
            <a:ext cx="10241280" cy="1234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total = 0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num = 1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while num &lt;= 10: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total += num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num += 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2120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print(f"Sum: {total}")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User Input Loop: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print("Access granted")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For Loops: Basic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For Loop Syntax: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variable in sequence: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# code to repeat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603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Example with range():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01752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01752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06324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i in range(5):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947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404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# Prints: 0, 1, 2, 3,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2519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2976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Example with String: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0916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70916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75488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char in "Python":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print(char)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4864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5321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# Prints: P, y, t, h, o, 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9436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9893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Example with List: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31352" y="41148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The range() Function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The range() Function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range(stop): 0 to stop-1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range(5)  # 0, 1, 2, 3, 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5740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0312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i in range(5):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346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8803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range(start, stop): start to stop-1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375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range(2, 6)  # 2, 3, 4, 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56616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56616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611879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i in range(2, 6):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print(i)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3434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3891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range(start, stop, step): with step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463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range(0, 10, 2)  # 0, 2, 4, 6, 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07492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07492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12064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i in range(0, 10, 2):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print(i)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8521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Negative Step (Countdown):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Break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Exit Loop Early: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Immediately exits the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Skips remaining iterations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Continues after loop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0603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517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Basic Example: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063239"/>
            <a:ext cx="10789920" cy="1097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063239"/>
            <a:ext cx="73152" cy="1097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08959"/>
            <a:ext cx="10241280" cy="10058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i in range(10):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if i == 5: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break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2976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3434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# Prints: 0, 1, 2, 3,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754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800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Search Example: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212080"/>
            <a:ext cx="10789920" cy="1554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5212080"/>
            <a:ext cx="73152" cy="1554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257800"/>
            <a:ext cx="10241280" cy="1463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numbers = [3, 7, 2, 9, 5]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target = 9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num in numbers: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if num == target: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print("Found!")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break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69037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9494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User Input Loop: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Continue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Skip to Next Iteration: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Skips remaining code in loop body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Moves to next iteration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Loop continues running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0603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517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Basic Example: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063239"/>
            <a:ext cx="10789920" cy="1097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063239"/>
            <a:ext cx="73152" cy="1097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08959"/>
            <a:ext cx="10241280" cy="10058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i in range(10):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if i % 2 == 0: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continue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2976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3434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# Prints: 1, 3, 5, 7, 9 (odd numbers)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754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800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Skip Invalid Data: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212080"/>
            <a:ext cx="10789920" cy="13258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5212080"/>
            <a:ext cx="73152" cy="13258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257800"/>
            <a:ext cx="10241280" cy="1234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numbers = [5, 0, 8, 0, 3]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num in numbers: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if num == 0: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continue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print(10 / num)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66751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7208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Input Validation: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Nested Loops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Loop Inside a Loop: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830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Basic Structure: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4028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28600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i in range(3):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for j in range(3):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print(f"i={i}, j={j}")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2461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918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Multiplication Table: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0332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70332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749039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i in range(1, 6):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for j in range(1, 6):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print(f"{i} x {j} = {i*j}")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7091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7548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Pattern Printing: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166360"/>
            <a:ext cx="10789920" cy="1097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5166360"/>
            <a:ext cx="73152" cy="1097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212080"/>
            <a:ext cx="10241280" cy="10058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row in range(5):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for col in range(row + 1):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print("*", end="")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print()  # New 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Output: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31352" y="41148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Loop Performance and Infinite Loops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Loop Performance and Infinite Loops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Infinite Loop: Loop Never Ends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830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Common Causes: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402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860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1. Forgot to Update Counter: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97480"/>
            <a:ext cx="10789920" cy="1097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697480"/>
            <a:ext cx="73152" cy="1097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743200"/>
            <a:ext cx="10241280" cy="10058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count = 0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while count &lt; 5: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print(count)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# Missing: count +=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9319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977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2. Wrong Update: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389120"/>
            <a:ext cx="10789920" cy="1097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389120"/>
            <a:ext cx="73152" cy="1097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434840"/>
            <a:ext cx="10241280" cy="10058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count = 0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while count &lt; 5: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print(count)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count -= 1  # Goes backwards!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6235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6692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3. Condition Never False: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60807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1264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How to Stop Infinite Loop: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Choosing: While vs For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Use for loop when: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You know how many iterations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945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Iterating through a collection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4688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Using range() with known size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97479"/>
            <a:ext cx="10789920" cy="13258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697479"/>
            <a:ext cx="73152" cy="13258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743199"/>
            <a:ext cx="10241280" cy="1234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Examples: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i in range(10):  # Repeat 10 times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item in my_list:  # Process all items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char in "Hello":  # Each character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Use while loop when: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206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Unknown number of iterations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805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Condition-based repetition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48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User input loops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0291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"Until something happens"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257799"/>
            <a:ext cx="10789920" cy="1097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57799"/>
            <a:ext cx="73152" cy="1097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303519"/>
            <a:ext cx="10241280" cy="10058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while Examples: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while password != "correct":  # Until correct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while playing:  # Until game ends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while data_available:  # Until no more data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64922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379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Rule of Thumb: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Common Loop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Pattern 1: Accumulator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total = 0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num in range(1, 11):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total += num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834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Pattern 2: Counter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46120"/>
            <a:ext cx="10789920" cy="1097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73152" cy="1097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91840"/>
            <a:ext cx="10241280" cy="10058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count = 0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item in items: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if condition: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count +=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4805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262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Pattern 3: Find First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37760"/>
            <a:ext cx="10789920" cy="1097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937760"/>
            <a:ext cx="73152" cy="1097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241280" cy="10058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item in items: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if item == target: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found = True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break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61722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Pattern 4: Build List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Loop Best Practices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Good Practices: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830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1. Use Meaningful Variable Names: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4028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28600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student in students:  # Good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i in students:        # Less clear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0175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063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2. Keep Loop Body Short: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5204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Extract complex logic to functions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7947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Max 10-15 lines per loop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233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069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3. Avoid Modifying Loop Variable: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48056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48056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52628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i in range(10):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i += 1  # Don't do this!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2578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303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4. Comment Complex Loops: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7607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# Calculate running average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9893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5. Initialize Before Loop: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31352" y="41148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Time to Practice!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389120"/>
            <a:ext cx="85313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Chapter 4 Exercises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