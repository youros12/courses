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Repetition with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Making Programs Work Smarter, Not Harder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Do We Need Loops? 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Imagine you need to print "Hello" 100 times...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Loops (Bad!) ❌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Loops (Good!) ✅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Loops let us repeat code efficiently!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While Loops: Repeat While True 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 while loop repeats as long as a condition is True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Count to 5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Output: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Important:Don't forget to update the counter, or the loop runs forever!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While Loops with Counters 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Pattern for Counter Loops: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Countdown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Sum Numbers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While Loops with Conditions 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While loops can use any condition, not just counters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User Input Loop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Keep Doubling Until Large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For Loops: Iterate Through Items 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For loops iterate through a sequence of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Loop Through a String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Output: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Each iteration:letter gets the next character from the string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range() Function 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range() generates a sequence of numbers for loops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1. range(stop) - Single Parameter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2. range(start, stop) - Two Parameters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3. range(start, stop, step) - Three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range() Patterns 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Count by 10s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Countdown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Odd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Repeat N Times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Remember:range(stop) starts at 0 and stops BEFORE 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Break Statement: Exit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 break statement immediately exits the loop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Find First Even Number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Guessing Game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Continue Statement: Skip Iteration ⏭️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 continue statement skips the rest of the current iteration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Print Only Odd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Skip Negative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breakexits the loop completely |continueskips to next iteration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Nested Loops: Loops Inside Loops 🔄🔄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You can put loops inside other loops!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 Multiplication Table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Pattern: Rectangle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Output: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 Applications 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Sum of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Average Calculator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Factorial Calculator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Which Loop Should I Use? 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FOR loops when: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WHILE loops when: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Pro Tip:If you can use a for loop, it's usually better (clearer and safer)!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 know how many times to repeat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You're iterating through a sequence (string, list, range)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 need a counter variable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 don't know how many times to repeat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You're waiting for a condition to change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✅ You're validating user 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Common Mistakes to Avoid ⚠️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Infinite Loop (Never Stops!)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Off-by-One 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Forgetting Indentation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Time to Loop!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and master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Your programs are about to become much more powerful!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