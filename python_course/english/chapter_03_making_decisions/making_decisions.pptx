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3: Making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Conditional Statements and Boolean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Boolean Values: True and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Boolean Data Type: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Only two values: True and False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Used for decision making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Result of comparisons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Booleans: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is_student =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is_raining =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Boolean from Comparisons: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is_adult = age &gt;= 18  #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Type Checking: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type(True)  # &lt;class 'bool'&gt;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Boolean in Conditions: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is_student: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print("Student discount available")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Important: Capitalization Matters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True and False (capital T and F)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true and false are invalid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Comparison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Comparing Values: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Equal to (==):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== 5 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== 3   # False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"hello" == "hello"  #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Not equal to (!=):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!= 3 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!= 5   #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Greater than (&gt;):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 &gt; 5 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 &gt; 10   #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Less than (&lt;):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 &lt; 10 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 &lt; 5   #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Greater than or equal (&gt;=):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 &gt;= 10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 &gt;= 5   #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Less than or equal (&lt;=):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&lt;= 10 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 &lt;= 5    #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if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if Statement: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code runs if condition is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print("You can vote")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Important: Indentation Matters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4 spaces for indentation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All code in the block must be indented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Inconsistent indentation causes errors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Statements: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print("You are an adult")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print("You have full rights")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print("You can vote")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Statement Flow: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Evaluate condition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If True, execute indented code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If False, skip indented code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Continue with rest of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if-else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if-else Structure: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15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print("Adult")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print("Minor")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Example: Login Check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password = input("Enter password: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password == "secret123":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print("Access granted")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print("Access denied")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to Use: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Two mutually exclusive outcomes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Either one path or the other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Never both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Flow: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Condition True → if block runs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Condition False → else block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if-elif-else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Conditions: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condition1: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condition1 is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condition2: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condition2 is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condition3: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condition3 is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runs if all conditions are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 Grade System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score = 85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score &gt;= 90: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"A"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score &gt;= 80: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"B"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score &gt;= 70: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"C"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score &gt;= 60: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"D"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grade = "F"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Important: Order Matters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Checks conditions top to bottom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Stops at first True condition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Only one block executes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Logical Operators: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The and Operator: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Both conditions must be True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Result is True only if both are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condition1 and condition2: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code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has_license =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 and has_license: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print("Can drive")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Truth Table: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True and True   →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True and False  → False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False and True  → False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False and False →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Conditions: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 and age &lt;= 65 and has_license: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print("Standard driver")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Use Cases: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Range checks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Multiple requirements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Validation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Logical Operators: 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The or Operator: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At least one condition must be True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Result is True if any is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condition1 or condition2: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code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10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&lt; 12 or age &gt; 65: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print("Discounted ticket")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Truth Table: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True or True   →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True or False  →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False or True  →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False or False →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day = "Saturday"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day == "Saturday" or day == "Sunday":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print("Weekend!")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Use Cases: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Alternative conditions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Multiple valid options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Fallback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Logical Operators: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The not Operator: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Reverses boolean value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True becomes False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False becomes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not condition: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code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is_raining =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not is_raining: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print("Go outside")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Truth Table: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not True  → False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not False →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Comparisons: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not (age &gt;= 18):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print("Minor")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Equivalent to: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&lt; 18: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print("Minor")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not username: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print("Username required")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Combining 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Using Multiple Operators: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 1: Age and Student Status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is_student =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&lt; 25 and is_student: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print("Student discount")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 2: Complex Eligibility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(age &gt;= 18 and age &lt;= 65) or has_permit: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print("Can apply")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Precedence Rules: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not (highest)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and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or (lowest)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Parentheses for Clarity: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(age &gt;= 18 and has_license) or has_permit: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Clear intention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parentheses for readability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Break complex conditions into variables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Comment complex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Nested if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Statements Inside if Statements: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Structure: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condition1: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condition2: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# code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has_ticket = True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has_ticket: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print("Enjoy the show!")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print("Please buy a ticket")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print("Too young")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to Use: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Sequential decisions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Dependent conditions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Multi-level validation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Alternative: Use and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 &gt;= 18 and has_ticket: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print("Enjoy the show!")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Limit nesting to 2-3 levels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Consider using and/or instead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Keep code readable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Truthy and Falsy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Values That Act Like False: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False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None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0, 0.0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"" (empty string)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[] (empty list)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{} (empty dictionary)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Everything Else is Truthy: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Any non-zero number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Any non-empty string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Any non-empty collection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Use: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 = input("Name: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name:  # True if not empty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print(f"Hello, {name}")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print("Name required")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Checking Empty Collections: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items = []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items: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print("Has items")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print("Empty list")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Patterns and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1: Validation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not username: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print("Username required")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len(username) &lt; 3: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print("Username too short")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print("Valid username")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2: Range Checking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0 &lt;= score &lt;= 100: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print("Valid score")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3: Menu Selection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choice = input("Choose (1-3):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choice == "1":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print("Option 1")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choice == "2":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print("Option 2")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elif choice == "3":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print("Option 3")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else: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print("Invalid choice")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Keep conditions simple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descriptive variable names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Handle all cases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Avoid deep nesting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