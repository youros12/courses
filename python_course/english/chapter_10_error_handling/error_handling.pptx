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10: Error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Writing Robust Python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Error Handling?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Problems Without Handling: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Programs crash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Poor user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Benefits of Handling: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Graceful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User-friendly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Program continues running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Logging and debugging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Types of Errors: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Syntax errors: Code won't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Runtime errors: Crash during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Logic errors: Wrong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149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07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 Focus 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Error Handling?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Runtime error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Exceptions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ValueError: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type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int("abc")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ZeroDivisionError: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Division by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10 /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TypeError: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Wrong type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"hello" + 5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3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IndexError: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list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[1, 2][5]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KeyError: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dict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Exceptions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{"a": 1}["b"]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FileNotFoundError: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File doesn't exist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AttributeError: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attribute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Try-Except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 that might raise exception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int(input("Age: "))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Handle the error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print("Please enter a number")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Exceptions: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663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result = 10 / int(input("Number: "))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Try-Except Blocks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print("Invalid number")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ZeroDivisionError: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print("Cannot divide by zero")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Catch All: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Exception as 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519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print(f"Error: {e}")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else and finally Clauses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 Clause: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Runs if no exception occurred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int(input("Age: "))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print("Invalid")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00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print(f"Valid age: {age}")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finally Clause: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Always runs, error or not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80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6080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Used for cleanup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else and finally Clauses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 = open("data.txt")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data = file.read()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print("File not found")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finally: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file.close()  # Always closes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Raising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raise Keyword: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Trigger exceptions manually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set_age(age):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ValueError("Age cannot be negative")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&gt; 150: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ValueError("Age too high")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user_age = set_age(-5)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 as 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print(f"Error: {e}")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Raising Exceptions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Re-raising: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risky_operation()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Exception: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log_error()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raise  # Re-raise same exception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Custom Exceptions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Define Your Own: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class InvalidAgeError(Exception):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pass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class NegativeValueError(Exception):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def __init__(self, value):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self.value = value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super().__init__(f"Negative: {value}")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Custom Exceptions: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validate_age(age):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InvalidAgeError("Age must be positive")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validate_age(-5)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 Exceptions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InvalidAgeError as 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print(f"Validation error: {e}")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Domain-specific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Better error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Custom error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1: Retry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2240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2240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try: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age = int(input("Age: "))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print("Must be positive")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continue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except ValueError: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print("Enter a number")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2: Default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config = load_config()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080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6080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config = default_config()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Validation Patterns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3: Validation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get_valid_int(prompt):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try: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return int(input(prompt))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except ValueError: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print("Invalid number")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 Specific: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Catch specific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bare except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value = int(input())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  # Good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5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handle_error()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value = int(input())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except:  # Too broad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handle_error()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Provide Context: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Helpful error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Explain what went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Suggest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Don't Silence Errors: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empty except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 or handle appropriately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7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7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59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 finally for Cleanup: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Close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Release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Restore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1: Catching Too Broad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Exception:  # Catches everything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2: Silent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risky_code()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pass  # Bad! Hides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3: Wrong Exception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items[index]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  # Should be IndexError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handle_error()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4: Logic in except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Keep except blocks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Extract complex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5: Not Using finally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Forgetting to close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"with" or finally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When to Use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Exceptions For: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Unexpected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External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 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Resource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Don't Use For: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Normal control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Expected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Performance-critical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- Good: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1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7491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 = open("config.json")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8075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608075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264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use_defaults()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When to Use Exceptions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- Bad: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user in users: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login(user)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KeyError: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create_user()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Better: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if user in users: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login(user)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150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7150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create_user()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10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