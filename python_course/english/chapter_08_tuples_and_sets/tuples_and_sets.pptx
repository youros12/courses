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8: Tuples and 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Immutable Sequences and Unique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Tuples: Immutable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What Are Tuples?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Ordered collections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Immutable (cannot be changed)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 contain any types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Indexed like lists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 = (10, 20)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person = ("Alice", 25, "NYC")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single = (42,)  # Note comma!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empty = 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Use Tuples?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Protect data from changes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as dictionary keys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Return multiple values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Faster than lists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Less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Working with 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Accessing: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 = (10, 20, 30)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point[0]  # 10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point[-1]  # 30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point[0:2]  # (10, 20)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Unpacking: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x, y, z = point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first, *rest = (1, 2, 3, 4)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Operations: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len(point)  # 3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20 in point  # True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(1, 2) + (3, 4)  # (1, 2, 3, 4)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(1, 2) * 3  # (1, 2, 1, 2, 1, 2)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Methods: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point.count(10)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point.index(20)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Cannot Modify: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point[0] = 15  # ERROR!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Sets: Unique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What Are Sets?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Unordered collections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duplicates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Mutable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No indexing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 = {1, 2, 3, 4, 5}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empty = set()  # NOT {}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from_list = set([1, 2, 2, 3])  # {1, 2, 3}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Use Sets?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Remove duplicates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 membership testing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Mathematical set operations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Track unique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Set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Operations: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 = {1, 2, 3}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numbers.add(4)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numbers.remove(2)  # Error if not found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numbers.discard(2)  # No error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numbers.pop()  # Remove arbitrary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Membership: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 in numbers  # O(1) - very fast!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Set Math: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 = {1, 2, 3}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 = {3, 4, 5}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 | b  # Union: {1, 2, 3, 4, 5}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 &amp; b  # Intersection: {3}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 - b  # Difference: {1, 2}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 ^ b  # Symmetric diff: {1, 2, 4, 5}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When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Tuple When: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 shouldn't change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Need hashable type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Return multiple values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Represent fixed structure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coordinates = (x, y)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rgb_color = (255, 0, 128)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date = (2025, 1, 24)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Use Set When: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Need unique elements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Fast membership tests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Set operations needed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Order doesn't matter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Examples: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unique_ids = {101, 102, 103}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tags = {"python", "coding"}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visited_pages = set()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Practical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Remove Duplicates: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numbers = [1, 2, 2, 3, 3, 3]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unique = list(set(numbers))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Find Common Elements: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list1 = [1, 2, 3, 4]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list2 = [3, 4, 5, 6]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common = set(list1) &amp; set(list2)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Return Values: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def get_stats(data):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return min(data), max(data), len(data)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min_val, max_val, count = get_stats([1,2,3])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Coordinate Pairs: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positions = {(0, 0), (1, 1), (2, 2)}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if (x, y) in positions: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 print("Occupied")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