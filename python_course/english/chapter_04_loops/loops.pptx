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Chapter 4: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Repetition with While and For Loops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Why Do We Need Loops?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Problem: Repetitive Code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print("Hello")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print("Hello")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print("Hello")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print("Hello")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print("Hello")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Solution: Use a Loop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range(5):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print("Hello")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Benefits of Loops: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Reduce code duplication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Easy to change repetition count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Handle variable-length tasks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More efficient and maintainable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Two Types of Loops in Python: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1. while loops: Repeat while condition is True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2. for loops: Repeat for each item in sequence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While Loops: Basic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Loop Syntax: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condition: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# code to repeat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# update condition eventually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Simple Example: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count = 0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count &lt; 5: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print(count)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count += 1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How It Works: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1. Check if condition is True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2. If True, execute loop body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3. Repeat from step 1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4. If False, exit loop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Critical: Update Loop Variable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Must change the condition eventually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Otherwise: infinite loop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Common Pattern: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counter = start_value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counter &lt; end_value: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# do something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counter +=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While Loop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Countdown: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count = 5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count &gt; 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print(count)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count -= 1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print("Blast off!")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Sum Numbers: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total = 0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num = 1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num &lt;= 10: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total += num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num += 1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print(f"Sum: {total}")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User Input Loop: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password = ""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password != "secret":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password = input("Enter password: 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print("Access granted")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Validation Loop: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age = -1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age &lt; 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age = int(input("Enter age: "))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age &lt; 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print("Age must be positive")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For Loops: Basic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Loop Syntax: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variable in sequence: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# code to repeat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Example with range():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range(5):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print(i)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# Prints: 0, 1, 2, 3, 4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Example with String: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char in "Python":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print(char)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# Prints: P, y, t, h, o, n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Example with List: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fruits = ["apple", "banana", "orange"]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fruit in fruits: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print(fruit)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How It Works: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1. Get next item from sequence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2. Assign to loop variable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3. Execute loop body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4. Repeat until sequence ends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Advantage: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Automatically handles iteration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No need to update counter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The range() 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range(stop): 0 to stop-1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range(5)  # 0, 1, 2, 3, 4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range(5):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print(i)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range(start, stop): start to stop-1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range(2, 6)  # 2, 3, 4, 5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range(2, 6):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print(i)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range(start, stop, step): with step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range(0, 10, 2)  # 0, 2, 4, 6, 8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range(0, 10, 2):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print(i)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Negative Step (Countdown):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range(10, 0, -1)  # 10, 9, 8, ..., 1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range(10, 0, -1):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print(i)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Converting to List: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list(range(5))  # [0, 1, 2, 3, 4]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Common Patterns: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range(n)        # n times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range(1, n+1)   # 1 to n inclusive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Break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Exit Loop Early: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Immediately exits the loop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Skips remaining iterations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Continues after loop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Basic Example: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range(10):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i == 5: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break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print(i)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# Prints: 0, 1, 2, 3, 4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Search Example: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numbers = [3, 7, 2, 9, 5]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target = 9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num in numbers: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num == target: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print("Found!")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break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User Input Loop: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True: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command = input("Enter command: 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command == "quit":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break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print(f"You entered: {command}")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When to Use: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Found what you're looking for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Error condition detected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User wants to exit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Continue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Skip to Next Iteration: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Skips remaining code in loop body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Moves to next iteration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Loop continues running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Basic Example: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range(10):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i % 2 == 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continue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print(i)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# Prints: 1, 3, 5, 7, 9 (odd numbers)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Skip Invalid Data: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numbers = [5, 0, 8, 0, 3]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num in numbers: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num == 0: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continue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print(10 / num)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Input Validation: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True: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name = input("Name: 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not name: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continue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print(f"Hello, {name}")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break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Difference from break: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break: exits loop completely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continue: skips to next iteration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Nested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Loop Inside a Loop: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Basic Structure: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range(3):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for j in range(3):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print(f"i={i}, j={j}")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Multiplication Table: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range(1, 6):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for j in range(1, 6):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print(f"{i} x {j} = {i*j}")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Printing: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row in range(5):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for col in range(row + 1):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print("*", end="")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print()  # New line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Output: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*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**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***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****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*****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How It Works: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Outer loop runs once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Inner loop completes all iterations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Outer loop continues to next iteration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Repeat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Loop Performance and Infinite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Infinite Loop: Loop Never Ends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Common Causes: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1. Forgot to Update Counter: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count = 0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count &lt; 5: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print(count)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# Missing: count += 1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2. Wrong Update: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count = 0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count &lt; 5: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print(count)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count -= 1  # Goes backwards!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3. Condition Never False: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True: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print("Forever")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# No break statement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How to Stop Infinite Loop: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Press Ctrl+C in terminal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Stop button in Jupyter/Colab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Prevention: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Always update loop variable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Use break for while True loops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Test with small iterations first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Add safety counter if needed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Choosing: While vs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Use for loop when: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You know how many iterations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Iterating through a collection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Using range() with known size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Examples: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range(10):  # Repeat 10 times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item in my_list:  # Process all items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char in "Hello":  # Each character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Use while loop when: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Unknown number of iterations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Condition-based repetition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User input loops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"Until something happens"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Examples: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password != "correct":  # Until correct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playing:  # Until game ends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data_available:  # Until no more data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Rule of Thumb: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Default to for loops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Use while for uncertain iterations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for loops are often clearer and safer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Common Loop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1: Accumulator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total = 0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num in range(1, 11):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total += num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2: Counter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count = 0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item in items: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condition: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count += 1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3: Find First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item in items: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item == target: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found = True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break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4: Build List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results = []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range(10):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results.append(i * 2)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5: Menu Loop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True: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choice = input("Choice: 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choice == "quit":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break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process(choice)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Pattern 6: Validation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while True: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value = input("Enter: ")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if is_valid(value):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break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print("Invalid, try again")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Loop Best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Good Practices: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1. Use Meaningful Variable Names: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student in students:  # Good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students:        # Less clear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2. Keep Loop Body Short: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Extract complex logic to functions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Max 10-15 lines per loop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3. Avoid Modifying Loop Variable: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i in range(10):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i += 1  # Don't do this!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4. Comment Complex Loops: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# Calculate running average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value in data: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...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5. Initialize Before Loop: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total = 0  # Initialize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for num in numbers: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total += num</a:t>
            </a:r>
          </a:p>
          <a:p>
            <a:pPr>
              <a:spcAft>
                <a:spcPts val="600"/>
              </a:spcAft>
              <a:defRPr b="1" sz="2000">
                <a:solidFill>
                  <a:srgbClr val="333333"/>
                </a:solidFill>
              </a:defRPr>
            </a:pPr>
            <a:r>
              <a:t>Common Mistakes to Avoid: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Infinite loops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Off-by-one errors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Forgetting to update counter</a:t>
            </a:r>
          </a:p>
          <a:p>
            <a:pPr lvl="1">
              <a:spcAft>
                <a:spcPts val="400"/>
              </a:spcAft>
              <a:defRPr sz="1600">
                <a:solidFill>
                  <a:srgbClr val="333333"/>
                </a:solidFill>
              </a:defRPr>
            </a:pPr>
            <a:r>
              <a:t>• Modifying collection while iterating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