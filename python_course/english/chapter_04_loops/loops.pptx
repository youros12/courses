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4: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Repetition with While and For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Do We Need Loops?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Problem: Repetitive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print("Hello")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print("Hello")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print("Hello")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print("Hello")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print("Hello")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Solution: Use a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7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1187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59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print("Hello")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Benefits of Loops: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Reduce code duplication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66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Easy to change repetition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Handle variable-length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149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More efficient and maintainable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Do We Need Loops?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Two Types of Loops in Python: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1. while loops: Repeat while condition is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2. for loops: Repeat for each item in sequence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While Loops: Basic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While Loop Syntax: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condition: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 to repeat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update condition eventually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Simple Example: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count &lt; 5: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print(count)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count +=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It Works: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1. Check if condition is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If True, execute loop body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Repeat from step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While Loops: Basic Structure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If False, exit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Critical: Update Loop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Must change the condition eventually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Otherwise: infinite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Pattern: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counter = start_value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counter &lt; end_value: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do something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counter +=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While Loop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Countdown: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 = 5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count &gt;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print(count)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count -=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print("Blast off!")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Sum Numbers: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4904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total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 = 1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num &lt;= 10: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total += num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num +=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print(f"Sum: {total}")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69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User Input Loop: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1264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61264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722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password = ""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password != "secret":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password = input("Enter password: 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While Loop Examples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print("Access granted")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Validation Loop: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age = -1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age = int(input("Enter age: "))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print("Age must be positive")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For Loops: Basic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For Loop Syntax: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variable in sequence: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 to repeat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with range():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Prints: 0, 1, 2, 3,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with String: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char in "Python":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print(char)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Prints: P, y, t, h, o,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For Loops: Basic Structure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with List: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fruits = ["apple", "banana", "orange"]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fruit in fruits: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print(fruit)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It Works: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1. Get next item from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2. Assign to loop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3. Execute loop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4. Repeat until sequence 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Advantage: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Automatically handles iteration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 need to update counter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range()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range(stop): 0 to stop-1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range(5)  # 0, 1, 2, 3, 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range(start, stop): start to stop-1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range(2, 6)  # 2, 3, 4,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range(2, 6):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range(start, stop, step): with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range(0, 10, 2)  # 0, 2, 4, 6,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range(0, 10, 2):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range() Function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Negative Step (Countdown):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range(10, 0, -1)  # 10, 9, 8, ...,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range(10, 0, -1):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Converting to List: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list(range(5))  # [0, 1, 2, 3, 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118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Patterns: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range(n)        # n 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range(1, n+1)   # 1 to n inclusive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Break Statement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Break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Exit Loop Early: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Immediately exits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Skips remaining iterations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Continues after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Example: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i == 5: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Prints: 0, 1, 2, 3,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Search Example: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21208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[3, 7, 2, 9, 5]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target = 9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num in numbers: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num == target: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print("Found!")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Break Statement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User Input Loop: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command = input("Enter command: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command == "quit":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print(f"You entered: {command}")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When to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Found what you're looking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Error condition detected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User wants to exit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Continue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Skip to Next Iteration: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Skips remaining code in loop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Moves to next iteration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Loop continues running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Example: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i % 2 ==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continue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# Prints: 1, 3, 5, 7, 9 (odd numbers)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Skip Invalid Data: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21208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[5, 0, 8, 0, 3]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num in numbers: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num ==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continue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print(10 / num)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Continue Statement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Input Validation: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name = input("Name: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not name: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continue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print(f"Hello, {name}")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break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Difference from break: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break: exits loop completely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continue: skips to next iteration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Loop Inside a Loop: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Structure: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range(3):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j in range(3):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print(f"i={i}, j={j}")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Multiplication Table: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range(1, 6):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j in range(1, 6):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print(f"{i} x {j} = {i*j}")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Printing: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6636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6636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row in range(5):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col in range(row + 1):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print("*", end="")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print()  # New 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Loops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Output: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****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*****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It Works: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Outer loop runs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Inner loop completes all iterations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Outer loop continues to next iteration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Repeat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Loop Performance and Infinite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Infinite Loop: Loop Never 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Causes: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Forgot to Update Counter: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count &lt; 5: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print(count)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Missing: count +=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Wrong Update: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count &lt; 5: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print(count)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count -= 1  # Goes backwards!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Condition Never False: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8076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print("Forever")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No break statement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Loop Performance and Infinite Loops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How to Stop Infinite Loop: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Press Ctrl+C in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Stop button in Jupyter/Colab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Prevention: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Always update loop variable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break for while True 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Test with small iterations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Add safety counter if needed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Choosing: While vs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Use for loop when: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You know how many iterations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Iterating through 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Using range() with known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79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199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Examples: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range(10):  # Repeat 10 times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item in my_list:  # Process all items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char in "Hello":  # Each character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Use while loop when: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Unknown number of iterations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Condition-based repetition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User input loops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1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"Until something happens"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79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5779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1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Examples: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password != "correct":  # Until correct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playing:  # Until game ends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data_available:  # Until no more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Choosing: While vs For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Rule of Thumb: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Default to for loops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while for uncertain iterations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for loops are often clearer and safer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Common Loop Patterns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Loop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1: Accumulator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total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num in range(1, 11):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total += num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2: Counter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count = 0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item in items: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condition: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count +=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3: Find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item in items: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item == target: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found = True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Loop Patterns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4: Build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results = []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results.append(i * 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5: Menu Loop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choice = input("Choice: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choice == "quit":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process(choice)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6: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789920" cy="13258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166360"/>
            <a:ext cx="73152" cy="13258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2412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value = input("Enter: 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is_valid(value):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print("Invalid, try again")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Loop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Good Practices: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Use Meaningful Variable Names: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student in students:  # Good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students:        # Less clear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Keep Loop Body Short: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Extract complex logic to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Max 10-15 lines per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Avoid Modifying Loop Variable: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805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 += 1  # Don't do this!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Comment Complex Loops: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# Calculate running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9893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9893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value in data: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Loop Best Practices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Initialize Before Loop: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total = 0  # Initialize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num in numbers: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total += num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Mistakes to Avoid: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Infinite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Off-by-one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Forgetting to update counter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Modifying collection while iterating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4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