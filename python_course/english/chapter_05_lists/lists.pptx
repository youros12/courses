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Chapter 5: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Working with Ordered Collections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What Are Lists?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Lists: Ordered collections of items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Can contain any data types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Mutable (can be changed)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Indexed starting at 0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Creating Lists: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 = ["apple", "banana", "orange"]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 = [1, 2, 3, 4, 5]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mixed = [1, "hello", 3.14, True]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empty = []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Why Use Lists?: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Store multiple related items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Organize data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Iterate through collections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Build dynamic datasets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Accessing List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Indexing: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 = ["apple", "banana", "orange"]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fruits[0]  # "apple"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fruits[1]  # "banana"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fruits[-1]  # "orange" (last)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Slicing: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fruits[0:2]  # ["apple", "banana"]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fruits[1:]   # ["banana", "orange"]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fruits[:2]   # ["apple", "banana"]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Length: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len(fruits)  # 3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Checking Membership: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"apple" in fruits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"grape" not in fruits  #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Modifying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Adding Items: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fruits.append("grape")  # Add to end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fruits.insert(1, "mango")  # Insert at index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fruits.extend(["kiwi", "pear"])  # Add multiple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Removing Items: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fruits.remove("banana")  # Remove by value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item = fruits.pop()  # Remove and return last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item = fruits.pop(0)  # Remove by index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del fruits[1]  # Delete by index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fruits.clear()  # Remove all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Changing Items: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fruits[0] = "pineapple"  # Change by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List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Sorting: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numbers.sort()  # Sort in place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numbers.sort(reverse=True)  # Descending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sorted_nums = sorted(numbers)  # Return sorted copy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Reversing: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numbers.reverse()  # Reverse in place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reversed_nums = numbers[::-1]  # Copy reversed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Other Methods: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numbers.count(5)  # Count occurrences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numbers.index(3)  # Find first index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numbers.copy()  # Shallow copy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Concatenation: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list1 + list2  # Combine lists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[1, 2] * 3  # [1, 2, 1, 2, 1, 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Iterating Through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Basic Iteration: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fruit in fruits: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print(fruit)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Index (enumerate):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i, fruit in enumerate(fruits):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print(f"{i}: {fruit}")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With Index (range):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i in range(len(fruits)):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print(f"{i}: {fruits[i]}")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List Comprehensions: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squares = [x**2 for x in range(10)]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evens = [x for x in numbers if x % 2 == 0]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Processing: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total = sum(numbers)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maximum = max(numbers)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minimum = min(numbers)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Nested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Lists Within Lists: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matrix = [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[1, 2, 3],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[4, 5, 6],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[7, 8, 9]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Accessing: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matrix[0]  # [1, 2, 3]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matrix[0][0]  # 1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matrix[1][2]  # 6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Iterating: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row in matrix: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for item in row: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print(item)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Use Cases: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2D grids and boards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Tables of data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Coordinates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Multi-dimensional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Common List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Building Lists: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 = []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i in range(10):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numbers.append(i * 2)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Filtering: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evens = []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num in numbers: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if num % 2 == 0: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evens.append(num)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Finding Maximum: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max_val = numbers[0]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 num in numbers: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if num &gt; max_val: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    max_val = num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Copying Lists: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copy = original.copy()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copy = original[:]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copy = list(original)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List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Do: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descriptive names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Check for empty: if my_list: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list comprehensions for simple cases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Initialize before building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Avoid: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Modifying list while iterating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Using list as default parameter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Deep nesting (max 2-3 levels)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Common Mistakes: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Index out of range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Confusing append() and extend()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Forgetting lists are mutable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Not copying when needed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Performance: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append() is fast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insert(0, x) is slow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deque for frequent insertions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