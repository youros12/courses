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Working with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Interactive Programs &amp; Type Conversion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Getting User Input 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The input() function lets users interact with your program!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Basic Syntax: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Example: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Note:input() always returns a string (text)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The Input Problem 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❌ This Won't Work: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 string (text)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"25"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 number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Solution: Type Conversion! 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Type Conversion 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Converting data from one type to another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int()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Convert to integer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float()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Convert to decimal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str()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Convert to string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Now This Works: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Conversion Shortcut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You can combine input() with type conversion in one line!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Long Way: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Short Way: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More Examples: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String Operations ✂️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Concatenation (Joining)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Useful String Methods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String Length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Comments in Code 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Comments are notes for humans - Python ignores them!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Single-Line Comments: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Multi-Line Comments: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Explain WHY, not WHAT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Document complex logic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Understanding Errors 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Errors are normal! They help you learn and fix problems.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ValueError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Trying to convert invalid text to number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TypeError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Mixing incompatible types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SyntaxError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Invalid Python syntax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💡 Tip:Read error messages carefully - they tell you what went wrong!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Interactive Program Example 🎮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Personal Calculator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Time to Build!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Create interactive programs that respond to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Remember: Practice makes perfect! 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