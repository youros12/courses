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2: Working with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User Input, Type Conversion, and String Manipulation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Getting User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input() Function: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 = input("Enter your name: 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it Works: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Displays prompt to 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2. Waits for user to type and press 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Returns what user typed as a 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Stores result in variable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Important: input() Always Returns a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age = input("Age: ")  # age is "25", not 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Interactive Programs: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92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 = input("What is your name? 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print("Hello,", name)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Inputs: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Type Conversion (Casting)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Converting Between Data Types: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String to Integer: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age_str = "25"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age_int = int(age_str)  # 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String to Float: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price_str = "19.99"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price_float = float(price_str)  # 19.99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Number to String: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age_str = str(age)  # "25"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Converting User Input: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Indexing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Accessing Individual Characters: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"Python"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Positive Indexing (from start):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text[0]  # "P" (first character)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text[1]  # "y"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text[5]  # "n" (last character)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57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Negative Indexing (from end):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text[-1]  # "n" (last character)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text[-2]  # "o"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text[-6]  # "P" (first character)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Index Range: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Valid indices: 0 to length-1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Or: -length to 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978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43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Length of String: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Slicing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Extracting Substrings: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"Python Programming"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Slicing: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text[0:6]   # "Python"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text[7:18]  # "Programming"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Shorthand Forms: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text[:6]    # "Python" (start to 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text[7:]    # "Programming" (7 to end)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text[:]     # "Python Programming" (entire)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Parameter: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text[::2]   # "Pto rgamn" (every 2nd char)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String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Methods: Case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Changing Case: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"Python Programming"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text.upper()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PROGRAMMING"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text.lower()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programming"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text.title()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Programming"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text.capitalize()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programming"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19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text.swapcase()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pROGRAMMING"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Practical Use: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name = input("Name: ").title()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0643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80643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command = input("Command: ").lower()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3550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007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Case-Insensitive Comparison: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Methods: Whitespace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Removing Whitespace: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  Python  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text.strip()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"Python" (both ends)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text.lstrip()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 " (left side)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text.rstrip()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  Python" (right side)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This Matters: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name = input("Name: ").strip()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Removes accidental spaces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834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Removing Specific Characters: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4067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4067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"***Python***"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text.strip("*")  # "Python"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Methods: Search and Replace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Finding Substrings: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"Python is awesome"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text.find("is")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7 (index where "is" starts)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text.find("Java")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-1 (not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899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2899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Checking if Substring Exists: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"Python" in text  #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"Java" in text    # 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19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Counting Occurrences: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1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text.count("o")  #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577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035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Replacing Text: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text.replace("awesome", "powerful")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is powerful"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Methods: Split and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Splitting Strings into Lists: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text = "Python is awesome"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words = text.split()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["Python", "is", "awesome"]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Split by Custom Separator: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csv = "John,Doe,25,NYC"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data = csv.split(",")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["John", "Doe", "25", "NYC"]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Joining Lists into Strings: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00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words = ["Python", "is", "awesome"]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 ".join(words)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"Python is awesome"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Join with Different Separator: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String Formatting with F-Strings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Formatting with F-Strings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F-Strings (Formatted String Literals):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 = "Alice"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f"My name is {name} and I am {age}"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Expressions in F-Strings: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f"Next year I will be {age + 1}"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f"Twice my age is {age * 2}"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Formatting Numbers: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price = 19.99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f"Price: ${price:.2f}"  # $19.99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03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pi = 3.14159265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f"Pi: {pi:.2f}"  # 3.14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String Validation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Checking String Content: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text.isalpha()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# True if all letters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text.isdigit()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# True if all digits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text.isalnum()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# True if letters and/or digits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text.isspace()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# True if all whitespace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text.isupper()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# True if all uppercase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text.islower()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Escape 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Special Characters in Strings: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Newline (\n):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print("Line 1\nLine 2")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Line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Line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Tab (\t):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print("Name:\tJohn")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Name:    John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Backslash (\\):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print("C:\\Users\\Documents")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C:\Users\Documents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Quotes Inside Strings: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Building Interactive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Complete Example: Personal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Get user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name = input("Name: ").strip().title()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int(input("Age: 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city = input("City: ").strip().title()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7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5467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39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hobby = input("Favorite hobby: 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Create formatted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profile = f"""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========== PROFILE ==========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Name: {name}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Age: {age}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City: {city}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Hobby: {hobby}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Patterns and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1: Clean User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user_input = input("Enter: ").strip().lower()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2: Validate Before Converting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age_str = input("Age: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age_str.isdigit():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int(age_str)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3: Build Formatted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data = [name, str(age), city]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csv_line = ",".join(data)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Always strip() user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Convert types explicitly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Validate before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2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