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Chapter 7: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Reusable Code and Modularity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Why Functions?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Avoid code duplication (DRY)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Break down complex problems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Make code reusable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Easier to test and debug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Improve readability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Function Concept: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Input (parameters)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Processing (function body)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Output (return value)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Real-World Analogy: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Like a recipe: ingredients → steps → dish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Like a machine: input → process →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Defining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Basic Syntax: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function_name(parameters):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# function body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return value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Simple Example: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greet(name):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return f"Hello, {name}!"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result = greet("Alice")  # "Hello, Alice!"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Multiple Statements: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calculate_area(length, width):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area = length * width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return area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No Return: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print_message():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print("Hello")  # Returns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Parameters and Arguments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Terminology: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Parameters: Variables in definition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Arguments: Values passed when calling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add(a, b):  # a, b are parameters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return a + b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result = add(3, 5)  # 3, 5 are arguments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Types: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Positional: Order matters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Keyword: Name specified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Default: Optional with default value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add(3, 5)  # Positional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add(a=3, b=5)  # Keyword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add(b=5, a=3)  # Order doesn't matter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Default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Syntax: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greet(name, greeting="Hello"):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return f"{greeting}, {name}!"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Calling: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greet("Alice")  # "Hello, Alice!"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greet("Bob", "Hi")  # "Hi, Bob!"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greet("Charlie", greeting="Hey")  # "Hey, Charlie!"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Rules: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Default parameters must come last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Evaluated once at definition time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Don't use mutable defaults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Common Pattern: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print_list(items, sep=", "):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print(sep.join(items))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Return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Single Value: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square(x):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return x ** 2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Multiple Values (Tuple):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get_stats(numbers):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return min(numbers), max(numbers), sum(numbers)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min_val, max_val, total = get_stats([1, 2, 3, 4])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No Return (None):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print_hello():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print("Hello")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result = print_hello()  # None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Early Return: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divide(a, b):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if b == 0: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return None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return a /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Variable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Local Scope: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my_func():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local_var = 10  # Only exists in function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print(local_var)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Global Scope: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global_var = 20  # Exists everywhere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my_func():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print(global_var)  # Can read global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Modifying Global: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count = 0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increment():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global count  # Declare to modify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count += 1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Best Practice: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Avoid global variables when possible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Pass data through parameters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Return modified values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Docstrings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Purpose: Document functions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Format: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calculate_bmi(weight, height):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"""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Calculate Body Mass Index.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Args: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weight (float): Weight in kg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height (float): Height in meters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Returns: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float: BMI value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"""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return weight / (height ** 2)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Accessing: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print(calculate_bmi.__doc__)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help(calculate_bmi)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Best Practice: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Always document complex functions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Explain parameters and return values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Include usage examples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Lambda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Anonymous Functions: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lambda arguments: expression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square = lambda x: x ** 2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square(5)  # 25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Multiple Parameters: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add = lambda a, b: a + b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Common Use with sorted():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students = [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{"name": "Alice", "grade": 85},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{"name": "Bob", "grade": 92}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]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sorted(students, key=lambda s: s["grade"])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When to Use: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Short, simple functions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As arguments to other functions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One-time use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When NOT to Use: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Complex logic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Multiple statements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Need documentation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Function Design: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 one thing well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Keep functions short (&lt; 20 lines)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descriptive names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Document with docstrings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Parameters: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Limit to 3-4 parameters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default values wisely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Avoid mutable defaults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Return Values: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Be consistent with types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Return early on errors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Avoid returning None sometimes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Common Patterns: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Validation at start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Single return point (or early returns)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Clear variable names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Comments for complex logic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Common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Mistake 1: Forgetting return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add(a, b):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result = a + b  # No return!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Mistake 2: Mutable default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add_item(item, items=[]):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items.append(item)  # Dangerous!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return items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Fix: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add_item(item, items=None):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if items is None: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items = []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items.append(item)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return items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Mistake 3: print vs return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add(a, b):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print(a + b)  # Can't use result!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Mistake 4: Modifying arguments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Lists and dicts are mutable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Changes affect original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