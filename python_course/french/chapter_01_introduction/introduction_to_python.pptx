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3366"/>
                </a:solidFill>
              </a:defRPr>
            </a:pPr>
            <a:r>
              <a:t>Chapter 1: Introduction to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4682B4"/>
                </a:solidFill>
              </a:defRPr>
            </a:pPr>
            <a:r>
              <a:t>Variables, Data Types, and Basic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What is Programming?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Programming: Writing instructions for computers to follow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Programmers: People who write these instructions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Programs: Sets of instructions that make computers do useful things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Why Learn Programming?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Automate repetitive tasks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Solve complex problems efficiently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Create websites, apps, and games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Analyze data and make predictions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High demand skill in modern job market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Why Python?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Easy to Read and Write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Syntax is close to natural English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Less punctuation than other languages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Focus on solving problems, not syntax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Versatile and Powerful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Web development (Django, Flask)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Data science and machine learning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Automation and scripting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Scientific computing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Large Community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Millions of developers worldwide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Extensive libraries and packages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Great learning resources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Variables: Storing 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Variables are named storage locations for data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Creating Variables: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name = "Alice"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age = 25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height = 1.75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Variable Naming Rules: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Must start with letter or underscore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Can contain letters, numbers, underscores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Case-sensitive (age ≠ Age)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Cannot use Python keywords (if, for, while)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Good Names: student_name, total_score, user_age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Bad Names: x, temp, data (too vague)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Data Types: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Integers (int): Whole numbers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Examples: 42, -17, 0, 1000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Used for counting, indexing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Floats (float): Decimal numbers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Examples: 3.14, -0.5, 2.0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Used for measurements, calculations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Type Checking: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type(42)      # &lt;class 'int'&gt;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type(3.14)    # &lt;class 'float'&gt;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Converting Between Types: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int(3.9)      # 3 (truncates)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float(42)     # 42.0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Data Types: Strings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Strings (str): Text data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Enclosed in quotes: "..." or '...'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Examples: "Hello", 'Python', "123"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String Operations: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Concatenation: "Hello" + " " + "World"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Repetition: "Ha" * 3  # "HaHaHa"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F-Strings (Formatted Strings):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name = "Alice"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age = 25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f"My name is {name} and I am {age}"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Multi-line Strings: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Use triple quotes """..."""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Arithmetic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Basic Operations: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Addition: 5 + 3 = 8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Subtraction: 10 - 4 = 6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Multiplication: 6 * 7 = 42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Division: 15 / 3 = 5.0 (always float)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Advanced Operations: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Power: 2 ** 3 = 8 (2³)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Floor Division: 17 // 5 = 3 (rounds down)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Modulus: 17 % 5 = 2 (remainder)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Operator Precedence (PEMDAS):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1. Parentheses ()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2. Exponents **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3. Multiplication *, Division /, Modulus %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4. Addition +, Subtraction 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Operations with Variables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Using Variables in Calculations: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length = 10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width = 5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area = length * width  # 50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Updating Variables: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score = 100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score = score + 10  # 110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Shorthand Operators: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score += 10  # Same as: score = score + 10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score -= 5   # Same as: score = score - 5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score *= 2   # Same as: score = score * 2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score /= 4   # Same as: score = score / 4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Multiple Operations: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total = (price * quantity) + tax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The print() Function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Displaying Output to Screen: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print("Hello")  # Displays: Hello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Printing Multiple Items: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print("Name:", name, "Age:", age)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Print with Separators: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print("A", "B", "C", sep="-")  # A-B-C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Print without Newline: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print("Hello", end=" ")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print("World")  # Hello World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Formatted Output: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price = 19.99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print(f"Price: ${price:.2f}")  # Price: $19.99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Escape Sequences: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\n = newline, \t = tab, \\ = backslash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Comments and Code 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Comments: Notes for humans, ignored by Python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Single-line Comments: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# This is a comment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age = 25  # This explains the variable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Multi-line Comments: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"""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This is a multi-line comment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Useful for longer explanations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"""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When to Use Comments: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Explain complex logic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Document function purposes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Add TODO notes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Clarify tricky code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Good Comment: # Calculate tax as 15% of price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Bad Comment: # Add 5 to 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Real-World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Temperature Converter: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celsius = 25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fahrenheit = (celsius * 9/5) + 32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Shopping Calculator: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price = 50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quantity = 3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tax_rate = 0.08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total = (price * quantity) * (1 + tax_rate)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Age Calculator: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birth_year = 2000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current_year = 2025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age = current_year - birth_year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BMI Calculator: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weight = 70  # kg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height = 1.75  # meters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bmi = weight / (height ** 2)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Common Mistakes to Avoid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Syntax Errors: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Forgetting quotes: name = Alice (ERROR)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Correct: name = "Alice"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Type Errors: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Mixing types: "5" + 3 (ERROR)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Correct: int("5") + 3 or "5" + str(3)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Variable Name Errors: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Using keywords: for = 5 (ERROR)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Starting with number: 2nd_place (ERROR)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Correct: second_place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Case Sensitivity: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Name ≠ name ≠ NAME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Undefined Variables: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print(total) before defining total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Key Concepts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Variables: Named storage for data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Assignment: variable_name = value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Can be updated: x = x + 1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Data Types: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int: Whole numbers (42, -10)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float: Decimals (3.14, -0.5)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str: Text ("Hello", 'Python')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Operations: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Arithmetic: +, -, *, /, //, %, **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Assignment: =, +=, -=, *=, /=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Functions: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print(): Display output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type(): Check data type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int(), float(), str(): Convert types</a:t>
            </a:r>
          </a:p>
          <a:p>
            <a:pPr>
              <a:spcAft>
                <a:spcPts val="600"/>
              </a:spcAft>
              <a:defRPr b="1" sz="2000">
                <a:solidFill>
                  <a:srgbClr val="333333"/>
                </a:solidFill>
              </a:defRPr>
            </a:pPr>
            <a:r>
              <a:t>Best Practices: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Use descriptive variable names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Add comments for clarity</a:t>
            </a:r>
          </a:p>
          <a:p>
            <a:pPr lvl="1"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Test code frequently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