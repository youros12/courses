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Chapter 2: Working with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User Input, Type Conversion, and String Manipulation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Getting User 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The input() Function: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name = input("Enter your name: 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How it Works: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1. Displays prompt to user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2. Waits for user to type and press Enter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3. Returns what user typed as a string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4. Stores result in variable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Important: input() Always Returns a String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age = input("Age: ")  # age is "25", not 25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Creating Interactive Programs: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name = input("What is your name? ")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print("Hello,", name)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Multiple Inputs: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first = input("First name: 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last = input("Last name: 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print(f"Full name: {first} {last}")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Type Conversion (Casting)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Converting Between Data Types: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String to Integer: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age_str = "25"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age_int = int(age_str)  # 25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String to Float: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price_str = "19.99"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price_float = float(price_str)  # 19.99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Number to String: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age = 25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age_str = str(age)  # "25"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Converting User Input: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age = int(input("Enter age: "))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height = float(input("Enter height: "))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Common Pattern: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number = int(input("Enter number: "))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result = number *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String Indexing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Accessing Individual Characters: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text = "Python"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Positive Indexing (from start):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text[0]  # "P" (first character)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text[1]  # "y"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text[5]  # "n" (last character)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Negative Indexing (from end):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text[-1]  # "n" (last character)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text[-2]  # "o"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text[-6]  # "P" (first character)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Index Range: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Valid indices: 0 to length-1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Or: -length to -1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Length of String: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len(text)  # 6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Index Out of Range Error: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text[10]  # ERROR!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String Slicing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Extracting Substrings: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text = "Python Programming"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Basic Slicing: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text[0:6]   # "Python"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text[7:18]  # "Programming"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Shorthand Forms: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text[:6]    # "Python" (start to 6)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text[7:]    # "Programming" (7 to end)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text[:]     # "Python Programming" (entire)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Step Parameter: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text[::2]   # "Pto rgamn" (every 2nd char)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text[::-1]  # "gnimmargorP nohtyP" (reversed)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Slicing Pattern: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string[start:end:step]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start: included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end: excluded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step: interval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String Methods: Case Conversion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Changing Case: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text = "Python Programming"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text.upper()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# "PYTHON PROGRAMMING"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text.lower()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# "python programming"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text.title()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# "Python Programming"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text.capitalize()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# "Python programming"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text.swapcase()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# "pYTHON pROGRAMMING"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Practical Use: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name = input("Name: ").title()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command = input("Command: ").lower()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Case-Insensitive Comparison: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if user_input.lower() == "yes":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String Methods: Whitespace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Removing Whitespace: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text = "  Python  "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text.strip()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# "Python" (both ends)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text.lstrip()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# "Python  " (left side)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text.rstrip()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# "  Python" (right side)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Why This Matters: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name = input("Name: ").strip()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# Removes accidental spaces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Removing Specific Characters: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text = "***Python***"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text.strip("*")  # "Python"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Common Pattern: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user_input = input("Enter: ").strip().lower()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String Methods: Search and Replace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Finding Substrings: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text = "Python is awesome"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text.find("is")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# 7 (index where "is" starts)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text.find("Java")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# -1 (not found)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Checking if Substring Exists: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"Python" in text  # True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"Java" in text    # False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Counting Occurrences: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text.count("o")  # 2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Replacing Text: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text.replace("awesome", "powerful")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# "Python is powerful"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Replace All Occurrences: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text = "ha ha ha"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text.replace("ha", "he")  # "he he he"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String Methods: Split and Join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Splitting Strings into Lists: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text = "Python is awesome"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words = text.split()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# ["Python", "is", "awesome"]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Split by Custom Separator: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csv = "John,Doe,25,NYC"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data = csv.split(",")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# ["John", "Doe", "25", "NYC"]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Joining Lists into Strings: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words = ["Python", "is", "awesome"]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" ".join(words)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# "Python is awesome"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Join with Different Separator: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"-".join(words)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# "Python-is-awesome"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Practical Example: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path_parts = ["home", "user", "documents"]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path = "/".join(path_parts)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# "home/user/documents"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String Formatting with F-Strings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F-Strings (Formatted String Literals):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name = "Alice"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age = 25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f"My name is {name} and I am {age}"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Expressions in F-Strings: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f"Next year I will be {age + 1}"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f"Twice my age is {age * 2}"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Formatting Numbers: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price = 19.99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f"Price: ${price:.2f}"  # $19.99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pi = 3.14159265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f"Pi: {pi:.2f}"  # 3.14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f"Pi: {pi:.4f}"  # 3.1416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Alignment: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f"{name:&gt;10}"  # Right align in 10 spaces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f"{name:&lt;10}"  # Left align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f"{name:^10}"  # Center align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Multiple Variables: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f"{name} is {age} years old and lives in {city}"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String Validation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Checking String Content: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text.isalpha()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# True if all letters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text.isdigit()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# True if all digits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text.isalnum()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# True if letters and/or digits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text.isspace()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# True if all whitespace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text.isupper()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# True if all uppercase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text.islower()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# True if all lowercase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Practical Use Cases: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if password.isalnum():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print("Valid password")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if user_input.isdigit():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number = int(user_input)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Escape Sequences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Special Characters in Strings: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Newline (\n):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print("Line 1\nLine 2")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# Line 1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# Line 2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Tab (\t):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print("Name:\tJohn")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# Name:    John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Backslash (\\):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print("C:\\Users\\Documents")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# C:\Users\Documents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Quotes Inside Strings: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print("She said \"Hello\"")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print('It\'s Python')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Raw Strings (r"..."):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path = r"C:\Users\Documents"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# No escape processing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Building Interactive Programs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Complete Example: Personal Profile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# Get user information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name = input("Name: ").strip().title()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age = int(input("Age: "))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city = input("City: ").strip().title()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hobby = input("Favorite hobby: ")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# Create formatted profile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profile = f"""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========== PROFILE ==========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Name: {name}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Age: {age}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City: {city}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Hobby: {hobby}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=============================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"""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print(profile)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Key Techniques: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strip() to clean input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title() for proper capitalization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int() for numeric conversion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f-strings for formatting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Common Patterns and 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Pattern 1: Clean User Input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user_input = input("Enter: ").strip().lower()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Pattern 2: Validate Before Converting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age_str = input("Age: 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if age_str.isdigit():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age = int(age_str)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Pattern 3: Build Formatted Output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data = [name, str(age), city]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csv_line = ",".join(data)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Best Practices: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Always strip() user input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Convert types explicitly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Use f-strings for readability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Validate before processing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Common Mistakes to Avoid: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Forgetting input() returns string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Not handling edge cases (empty input)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Mixing + with strings and numbers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