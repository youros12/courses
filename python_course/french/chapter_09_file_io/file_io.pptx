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9: 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Reading and Writing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Why Work with Files?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Data Persistence: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Save data between program runs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Store user information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Log program activity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Import/export data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File Types: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Text files (.txt)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CSV files (.csv)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JSON files (.json)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Configuration files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File Operations: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Read: Get data from file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Write: Save data to file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Append: Add to existing file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Delete: Remove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Reading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Pattern: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open("file.txt",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content = file.read()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Reading Methods: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file.read()  # Entire file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file.readline()  # One line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file.readlines()  # List of lines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Iterating: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open("file.txt",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for line in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print(line.strip())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Why use "with"?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Automatically closes file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Works even if error occurs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Best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Writing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Write Mode (Overwrites):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open("file.txt", "w")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file.write("Hello\n")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file.write("World\n")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Append Mode (Adds to End):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open("file.txt", "a")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file.write("New line\n")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Write Multiple Lines: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lines = ["Line 1\n", "Line 2\n"]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open("file.txt", "w")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file.writelines(lines)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Using print():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open("file.txt", "w")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print("Hello", file=file)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Working with CSV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Reading CSV: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import csv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open("data.csv",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reader = csv.reader(file)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for row in reader: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print(row)  # List of values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Using DictReader: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open("data.csv",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reader = csv.DictReader(file)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for row in reader: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print(row["name"])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Writing CSV: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open("data.csv", "w", newline="")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writer = csv.writer(file)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writer.writerow(["Name", "Age"])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writer.writerow(["Alice", "25"])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Working with JSON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Reading JSON: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import json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open("data.json",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data = json.load(file)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Writing JSON: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data = {"name": "Alice", "age": 25}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open("data.json", "w")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json.dump(data, file, indent=4)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JSON 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json_str = json.dumps(data)  # To string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 = json.loads(json_str)  # From string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Why JSON?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Human-readable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Language-independent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Supports nested structures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Common API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File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Absolute Path: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"/home/user/documents/file.txt"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"C:\\Users\\Name\\file.txt"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Relative Path: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"file.txt"  # Same directory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"data/file.txt"  # Subdirectory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"../file.txt"  # Parent directory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Using pathlib: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from pathlib import Path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path = Path("data") / "file.txt"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path.exists()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path.read_text()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path.write_text("content")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Path for cross-platform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Check if file exists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absolute paths when 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Error Handling with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Errors: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FileNotFoundError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PermissionError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IsADirectoryError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Safe Reading: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try: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with open("file.txt",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content = file.read()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except FileNotFoundError: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print("File not found")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content = ""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Check Before Opening: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import os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os.path.exists("file.txt"):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with open("file.txt", "r") as file: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content = file.read()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Directory Operations: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os.listdir(".")  # List files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os.makedirs("new_dir")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os.path.isfile("file.txt")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Always Use "with":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Automatically closes files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Handles errors gracefully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Handle Errors: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Check if file exists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try-except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Provide helpful messages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Choose Right Format: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Text: Simple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CSV: Tabular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JSON: Structured data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Performance: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Read line-by-line for large files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buffering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Close files when done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Security: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Validate file paths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Don't trust user input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Check file size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appropriate permissions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