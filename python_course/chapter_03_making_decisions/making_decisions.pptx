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Making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Teaching Programs to Think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Programs Need to Make Choices 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 real life, we make decisions every day: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☀️ If it's sunny → Go outside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🌧️ If it's raining → Stay inside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🎂 If age ≥ 18 → Adult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💰 If price &gt; budget → Can't buy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Programs need to make similar decisions!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Boolean Values: True or False ✓✗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Boolean is a data type with only two possible values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True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Yes, Correct, 1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False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No, Incorrect, 0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Examples: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Comparison Operators ⚖️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== (Equal to)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!= (Not equal to)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&gt; (Greater than)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&lt; (Less than)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&gt;= (Greater or equal)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&lt;= (Less or equal)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⚠️ Important:Use == for comparison, not = (which is for assignment)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The if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Execute code only if a condition is True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Syntax: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Key Point:The colon (:) and indentation are required!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The if-else Statement 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Do one thing if True, something else if False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Syntax: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The if-elif-else Statement 🔀🔀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Check multiple conditions in order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Syntax: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 Grade System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Logical Operators 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Combine multiple conditions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and (Both must be True)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or (At least one must be True)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not (Reverses the value)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Real-World Example 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Movie Ticket Pricing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Time to Decide!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Open the practice notebook and start making smart programs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Your programs are about to get much smarter! 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