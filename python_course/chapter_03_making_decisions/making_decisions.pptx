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3: Making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Conditional Statements and Boolean Logic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Boolean Values: True and False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Boolean Data Type: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Only two values: True and False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Used for decision making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Result of comparisons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80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Creating Booleans: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375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3375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8327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is_student =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is_raining =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148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Boolean from Comparisons: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57200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57200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177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is_adult = age &gt;= 18  # True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Type Checking: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80644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85216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type(True)  # &lt;class 'bool'&gt;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Boolean in Conditions: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Comparison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Comparing Values: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Equal to (==):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5 == 5   #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5 == 3   # False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"hello" == "hello"  # 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089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Not equal to (!=):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8327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5 != 3   #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5 != 5   # 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1148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Greater than (&gt;):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17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10 &gt; 5   # True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92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3 &gt; 10   # False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1663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Less than (&lt;):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23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3 &lt; 10   # True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97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10 &lt; 5   # False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if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Basic if Statement: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condition: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code runs if condition is 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age &gt;= 18: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print("You can vote")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Important: Indentation Matters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5196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5196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Use 4 spaces for indentation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All code in the block must be indented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Inconsistent indentation causes errors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394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Statements: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1078992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806440"/>
            <a:ext cx="73152" cy="13258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852160"/>
            <a:ext cx="10241280" cy="1234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age &gt;= 18: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print("You are an adult")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print("You have full rights")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print("You can vote")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Statement Flow: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73152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1. Evaluate condition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if-else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if-else Structure: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condition: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runs if True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else: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6324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runs if 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661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118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15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age &gt;= 18: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print("Adult")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else: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4864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4864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321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print("Minor")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035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Practical Example: Login Check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The if-elif-else Statement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if-elif-else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Conditions: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1554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1554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1463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condition1: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runs if condition1 is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elif condition2: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runs if condition2 is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elif condition3: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runs if condition3 is True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474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20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else: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runs if all conditions are 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262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 Grade System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789920" cy="2240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37760"/>
            <a:ext cx="73152" cy="2240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2412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score = 85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score &gt;= 90: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grade = "A"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elif score &gt;= 80: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grade = "B"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elif score &gt;= 70: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grade = "C"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elif score &gt;= 60: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grade = "D"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7315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7360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else: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Logical Operators: 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The and Operator: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Both conditions must be 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Result is True only if both are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Syntax: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6324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06324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condition1 and condition2: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0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86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4340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has_license =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age &gt;= 18 and has_license: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print("Can drive")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Truth Table: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True and True   → True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Logical Operators: 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The or Operator: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At least one condition must be 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Result is True if any is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Syntax: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6324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06324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condition1 or condition2: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0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86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434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10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age &lt; 12 or age &gt; 65: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print("Discounted ticket")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49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Truth Table: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True or True   → 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True or False  → True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Logical Operators: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The not Operator: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Reverses boolean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True becomes False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False becomes True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Syntax: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3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323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5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not condition: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#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40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3434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is_raining = False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not is_raining: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print("Go outside")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349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Truth Table: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not True  → False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not False → True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Combining Logical Operators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Combining Logical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Using Multiple Operators: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 1: Age and Student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is_student =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age &lt; 25 and is_student: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print("Student discount")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74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 2: Complex Eligibility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319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7763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(age &gt;= 18 and age &lt;= 65) or has_permit: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print("Can apply")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091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548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Precedence Rules: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120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1. not (highest)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2. 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3. or (lowest)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Best Practices: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Nested if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Statements Inside if Statements: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Structure: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3317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condition1: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condition2: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#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832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94759"/>
            <a:ext cx="10789920" cy="1783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794759"/>
            <a:ext cx="73152" cy="1783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0479"/>
            <a:ext cx="1024128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has_ticket = True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age &gt;= 18: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has_ticket: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print("Enjoy the show!")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else: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print("Please buy a ticket")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7150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else: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When to Use: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Truthy and Falsy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Values That Act Like False: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0, 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"" (empty string)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[] (empty list)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00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{} (empty dictionary)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2899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7471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Everything Else is Truthy: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Any non-zero number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Any non-empty string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54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Any non-empty collection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834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0291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Practical Use: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name = input("Name: 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1499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71499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6071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name:  # True if not empty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print(f"Hello, {name}")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4922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379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else: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Patterns and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1: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not username: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print("Username required")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elif len(username) &lt; 3: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print("Username too short")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017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else: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747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print("Valid username")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2: Range Checking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805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4805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0 &lt;= score &lt;= 100: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print("Valid score")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578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303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3: Menu Selection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15000"/>
            <a:ext cx="10789920" cy="1783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715000"/>
            <a:ext cx="73152" cy="1783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1024128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choice = input("Choose (1-3): 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choice == "1":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print("Option 1")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elif choice == "2":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print("Option 2")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elif choice == "3":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print("Option 3")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76352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7680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else: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3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