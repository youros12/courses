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9: File I/O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Reading and Writing 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Work with Files?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Data Persistence: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Save data between program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Store user 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Log program 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Import/export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File Types: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Text files (.txt)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CSV files (.csv)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JSON files (.json)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062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Configuration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348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80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File Operations: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Read: Get data from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12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Write: Save data to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86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Append: Add to existing 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60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Delete: Remove 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Reading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Pattern: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open("file.txt", "r") as file: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content = file.read()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Reading Methods: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file.read()  # Entire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file.readline()  # One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file.readlines()  # List of lines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Iterating: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26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open("file.txt", "r") as file: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9834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9834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292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line in file: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print(line.strip())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Why use "with"?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Automatically closes 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Writing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Write Mode (Overwrites):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open("file.txt", "w") as file: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file.write("Hello\n")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file.write("World\n")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Append Mode (Adds to End):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74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20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open("file.txt", "a") as file: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776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file.write("New line\n")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26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Write Multiple Lines: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9377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lines = ["Line 1\n", "Line 2\n"]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open("file.txt", "w") as file: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9436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Using print():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Working with CSV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Reading CSV: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import 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open("data.csv", "r") as file: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889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reader = csv.reader(file)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row in reader: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print(row)  # List of values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Using DictReader: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open("data.csv", "r") as file: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91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7091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reader = csv.DictReader(file)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row in reader: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print(row["name"])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Writing CSV: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Working with JSON 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Working with JSON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Reading JSON: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import 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open("data.json", "r") as file: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889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data = json.load(file)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Writing JSON: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data = {"name": "Alice", "age": 25}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14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open("data.json", "w") as file: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262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5262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720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json.dump(data, file, indent=4)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JSON Strings: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321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5321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5778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json_str = json.dumps(data)  # To string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data = json.loads(json_str)  # From string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Why JSON?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File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Absolute Path: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"/home/user/documents/file.txt"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"C:\\Users\\Name\\file.txt"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6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Relative Path: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"file.txt"  # Same directory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"data/file.txt"  # Subdirectory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661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"../file.txt"  # Parent directory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Using pathlib: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5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5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from pathlib import Path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path = Path("data") / "file.txt"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path.exists()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path.read_text()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23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path.write_text("content")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521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8978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Practices: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Error Handling with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Errors: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FileNotFoundError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PermissionError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IsADirectoryError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Safe Reading: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try: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2043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2043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with open("file.txt", "r") as file: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content = file.read()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except FileNotFoundError: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print("File not found")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content = ""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Check Before Opening: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Directory Operations: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Always Use "with":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Automatically closes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Handles errors gracefully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Handle Errors: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346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Check if file exists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try-except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5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Provide helpful messages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86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Choose Right Format: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Text: Simple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CSV: Tabular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JSON: Structured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212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Performance: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62355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2355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6692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Read line-by-line for large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buffering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9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