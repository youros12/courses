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Chapter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File I/O - Reading and Writing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Making Your Data Permanent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Why Work with Files?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Files give your programsmemory- data that survives after the program ends!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Without Files: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 Files: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Real-World Examples: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 Data lost when program closes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 Can't save user settings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 No way to share data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 Must re-enter everything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Data persists forever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✓ Save and load settings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Opening and Closing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Basic File Operations: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File Modes: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Important:Always close files when done! But there's a better way...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Reading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read() - Read Entire File: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readline() - Read One Line: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readlines() - Read All Lines as List: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Writing and Appending to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Write Mode ("w") - Overwrites File: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Append Mode ("a") - Adds to End: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Warning:"w" mode erases the file! Use "a" to preserve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'with' Statement (Best Practice!)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Thewithstatement automatically closes files - even if errors occur!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File Paths: Absolute vs Relative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Relative Path (from current folder):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Absolute Path (complete location):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Tip:Use relative paths for portable code!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Working with CSV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CSV (Comma-Separated Values) - perfect for spreadsheet data!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Sample CSV File (students.csv):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Reading CSV: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Writing CSV: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Working with JSON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JSON - perfect for storing dictionaries and structured data!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Sample JSON (config.json):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Reading JSON: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Writing JSON: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Using datetime for Timestamps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Add timestamps to your log files and data!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Getting Current Date/Time: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Writing Timestamped Logs: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File Error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Files can cause errors - be prepared!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Common File Errors: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Basic Error Handling: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More about error handling in Chapter 10!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❌FileNotFoundError- File doesn't exist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❌PermissionError- No permission to access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❌IsADirectoryError- Tried to open a folder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Use 'with' Statement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Automatically closes files safely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Know File Modes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"r" read, "w" write, "a" append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CSV for Tables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Perfect for spreadsheet data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JSON for Objects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Store dictionaries and configs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✓ Add Timestamps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datetime for log 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Ready to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Open the practice notebook to master file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Build apps that remember!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