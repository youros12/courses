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Chapter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Functions - Reusable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Write Once, Use Everywhere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Why Do We Need Functions? 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Avoid Repetition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Write code once, use it many times (DRY: Don't Repeat Yourself)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Organization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Break complex problems into smaller, manageable pieces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Reusability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 the same code in different parts of your program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Testing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Easier to test and debug small, focused pieces of code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DRY Principle:Don't Repeat Yourself - write code once and reuse it!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Defining Functions 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 thedefkeyword to create a function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Basic Syntax: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Simple Example: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Parameters and Arguments 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Parameter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Variable in the function definition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Argument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Actual value passed when calling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Multiple Parameters: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Return Values 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Functions canreturnvalues back to the caller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Without Return: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With Return: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Default Parameters 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Set default values for parameters - optional arguments!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Multiple Defaults: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Multiple Return Values 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Python functions can return multiple values at once!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Returning Multiple Values: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Note:Multiple values are returned as a tuple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Variable Scope 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Local Scope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Variables inside a function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Global Scope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Variables outside functions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Best Practice:Use local variables when possible. Keep functions self-contained!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Docstrings - Documentation 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Document your functions with docstrings (triple quotes)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Good Documentation: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Good documentation helps others (and future you!) understand your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Lambda Functions 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Optional/Advanced:Small, anonymous functions for simple operations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Regular Function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Lambda Function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Common Use Cases: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Real-World Example 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Temperature Converter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Why Functions Are Powerful 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Reusable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Write once, use everywhere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Organized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Break complex tasks into pieces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Testable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Easy to test and debug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Maintainable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Update in one place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Functions are the building blocks of larger programs!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Master functions, and you'll write cleaner, more professional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Ready to Code!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Open the practice notebook and start creating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Remember: Functions make your code reusable and clean!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