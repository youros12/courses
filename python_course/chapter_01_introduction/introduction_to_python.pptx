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274320" cy="502920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Chapter 1: Introduction to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114800"/>
            <a:ext cx="6702552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297680"/>
            <a:ext cx="6336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Variables, Data Types, and Basic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is Programming?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Programming: Writing instructions for computers to follow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Programmers: People who write these instructions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Programs: Sets of instructions that make computers do useful things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Why Learn Programming?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Automate repetitive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3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Solve complex problems efficiently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747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Create websites, apps, and games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490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Analyze data and make predictions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233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High demand skill in modern job market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Python?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Easy to Read and Write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Syntax is close to natural 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Less punctuation than other languages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Focus on solving problems, not 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Versatile and Powerful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1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Web development (Django, Flask)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Data science and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Automation and scripting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661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Scientific computing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Large Community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7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Millions of developers worldwide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Extensive libraries and packages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63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Great learning 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Variables: Storing 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Variables are named storage locations for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Creating Variables: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33172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7744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name = "Alice"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age = 25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height = 1.75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375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Variable Naming Rules: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Must start with letter or underscore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7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Can contain letters, numbers, underscores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891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Case-sensitive (age ≠ Age)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63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Cannot use Python keywords (if, for, while)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920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9377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Good Names: student_name, total_score, user_age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949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Bad Names: x, temp, data (too vague)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Types: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Integers (int): Whole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Examples: 42, -17, 0, 1000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Used for counting, indexing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060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Floats (float): Decimal numbers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Examples: 3.14, -0.5, 2.0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3375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3375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8327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Used for measurements, calculations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862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31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Type Checking: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34340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34340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8912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type(42)      # &lt;class 'int'&gt;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type(3.14)    # &lt;class 'float'&gt;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1206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66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Converting Between Types: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int(3.9)      # 3 (truncates)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8978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float(42)     # 42.0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Types: Strings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Strings (str): Text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Enclosed in quotes: "..." or '...'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Examples: "Hello", 'Python', "123"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String Operations: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889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346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Concatenation: "Hello" + " " + "World"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461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Repetition: "Ha" * 3  # "HaHaHa"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F-Strings (Formatted Strings):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6052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16052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name = "Alice"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age = 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834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f"My name is {name} and I am {age}"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12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257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Multi-line Strings: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150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Use triple quotes """..."""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Arithmetic 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Arithmetic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Basic Operations: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Addition: 5 + 3 =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Subtraction: 10 - 4 =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Multiplication: 6 * 7 = 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Division: 15 / 3 = 5.0 (always float)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260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Advanced Operations: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Power: 2 ** 3 = 8 (2³)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5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Floor Division: 17 // 5 = 3 (rounds down)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Modulus: 17 % 5 = 2 (remainder)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1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062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Operator Precedence (PEMDAS):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63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1. Parentheses 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2. Exponents 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3. Multiplication *, Division /, Modulus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863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4. Addition +, Subtraction 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Operations with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Using Variables in Calculations: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length = 10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width = 5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area = length * width  # 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Updating Variables: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4612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score = 100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score = score + 10  # 110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Shorthand Operators: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262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score += 10  # Same as: score = score + 10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00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score -= 5   # Same as: score = score - 5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74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score *= 2   # Same as: score = score *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49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score /= 4   # Same as: score = score /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5778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6235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Multiple Operations: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03504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03504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08075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total = (price * quantity) + tax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print()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Displaying Output to Screen: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print("Hello")  # Displays: Hello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Printing Multiple Items: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974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print("Name:", name, "Age:", age)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546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Print with Separators: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118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6118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print("A", "B", "C", sep="-")  # A-B-C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605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Print without Newline: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177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6177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print("Hello", end=" 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2120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print("World")  # Hello World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4406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486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Formatted Output: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8978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8978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9436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price = 19.99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print() Function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print(f"Price: ${price:.2f}")  # Price: $19.99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Escape Sequences: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\n = newline, \t = tab, \\ = backslash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Comments and Code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Comments: Notes for humans, ignored by Python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Single-line Comments: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This is a comment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0604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60604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5176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age = 25  # This explains the variable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546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00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Multi-line Comments: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"""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This is a multi-line comment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605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605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Useful for longer explanations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"""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9834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When to Use Comments: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Explain complex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607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Document function purposes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Comments and Code Documentation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Add TODO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Clarify tricky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Good Comment: # Calculate tax as 15% of price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Bad Comment: # Add 5 to 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Real-World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Temperature Converter: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celsius = 25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fahrenheit = (celsius * 9/5) + 32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Shopping Calculator: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17520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price = 50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quantity = 3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tax_rate = 0.08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total = (price * quantity) * (1 + tax_rate)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519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Age Calculator: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70916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70916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birth_year = 2000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current_year = 2025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age = current_year - birth_year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Real-World Applications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BMI Calculator: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weight = 70  # kg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height = 1.75  # meters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bmi = weight / (height ** 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Common Mistakes to Avoid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Mistakes to Avoid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Syntax Errors: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Forgetting quotes: name = Alice (ERROR)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Correct: name = "Alice"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Type Errors: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Mixing types: "5" + 3 (ERROR)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Correct: int("5") + 3 or "5" + str(3)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375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Variable Name Errors: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94759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794759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047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Using keywords: for = 5 (ERROR)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Starting with number: 2nd_place (ERROR)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63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Correct: second_place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920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9377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Case Sensitivity: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949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Name ≠ name ≠ NAME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6235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692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Undefined Variables: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Mistakes to Avoid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print(total) before defining total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Concepts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Variables: Named storage for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Assignment: variable_name =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Can be updated: x = x + 1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231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688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Data Types: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int: Whole numbers (42, -10)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3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float: Decimals (3.14, -0.5)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747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str: Text ("Hello", 'Python')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Operations: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Arithmetic: +, -, *, /, //, %, **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Assignment: =, +=, -=, *=, /=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091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548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Functions: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12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print(): Display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3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type(): Check data 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607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int(), float(), str(): Convert types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Concepts Review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Best Practices: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Use descriptive variable names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Add comments for clarity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Test code frequently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Time to Practice!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Chapter 1 Exercises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