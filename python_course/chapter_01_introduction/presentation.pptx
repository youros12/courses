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Introduction to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Your First Steps in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What is Programming? 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Giving Instructions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Programming is like giving step-by-step instructions to a computer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Solving Problems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We use code to solve problems and automate tasks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Speaking Computer Language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Just like we speak English or Arabic, computers understand programming languages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Why Learn Python? 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Easy to Learn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Python reads almost like English, making it perfect for beginners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Powerful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Used by Google, Netflix, NASA, and many big companies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Versatile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Build websites, analyze data, create AI, automate tasks, and more!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Popular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One of the most in-demand programming languages in the world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Variables: Storing Information 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Think of a variable as a labeled box where you can store information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Example: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Box Label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name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Contains: "Sarah"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Box Label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Contains: 20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Box Label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height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Contains: 1.65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Data Types: Numbers 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Integers (int)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Whole numbers without decimals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Floats (float)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Numbers with decimal points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Data Types: Text (Strings) 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Strings are text enclosed in quotes - single or double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Important:Both 'single' and "double" quotes work, but be consistent!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Correct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✗ Wrong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Math Operations ➕➖✖️➗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Addition (+)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Subtraction (-)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Multiplication (*)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Division (/)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Power (**)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Remainder (%)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Displaying Output: print() 🖨️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The print() function displays information on the screen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Examples: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Let's Build Something! 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A Simple Calculator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Ready to Code!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Open the practice notebook and start experimenting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Remember: The best way to learn is by doing! 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