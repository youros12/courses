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Tuples and Sets - More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Specialized Tools for Special Jobs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Are Tuples?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Tuples are like lists, butimmutable(cannot be changed)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Tuples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Key Difference:Use parentheses ( ) for tuples, brackets [ ] for lists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Why Use Tuples?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Protect data from accidental changes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Faster than lists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Can be used as dictionary keys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Creating and Accessing Tuples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Creating Tuples: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Accessing Elements (Like Lists):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Tuple Unpacking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Easily assign tuple values to multiple variables at once!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Unpacking: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Swapping Variables: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Tuples vs Lists: When to Use Each?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Tuples When: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Lists When: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📍Data shouldn't change(coordinates, RGB colors)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🔑Need dictionary keys(lists can't be keys)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⚡Want better performance(tuples are faster)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📦Returning multiple valuesfrom functions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✏️Data needs to change(shopping cart, to-do list)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➕Adding/removing items(append, remove, pop)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🔄Sorting or reversing(list.sort(), list.reverse())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📊Collection of similar items(scores, names, prices)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Are Sets?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Sets are collections ofunique elements(no duplicates!)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No duplicate values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Unordered (no indexing)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Fast membership testing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Mathematical set operations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Creating and Using 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Creating Sets: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Adding and Removing: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Set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Union (|) - Combine All Elements: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Intersection (&amp;) - Common Elements: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Difference (-) - Elements Only in First: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Practical Use: Removing Duplicates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Sets are perfect for removing duplicates from lists!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 Problem: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The Solution: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Sets automatically eliminate duplicates - super handy!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When to Use Sets?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Remove Duplicates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Clean up lists with repeated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Fast Membership Testing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Check if item exists (faster than lists)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Set Operations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Find common or unique elements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Unique Collections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Store items that must be unique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Remember:Sets are unordered - you can't access by index!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Ready to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to master tuples and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Tuples for protection, Sets for uniqueness!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