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8: Tuples and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Immutable Sequences and Unique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Tuples: Immutable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What Are Tuples?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Ordered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Immutable (cannot be changed)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Can contain any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Indexed like 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7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5467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39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point = (10, 20)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person = ("Alice", 25, "NYC")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single = (42,)  # Note comma!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empty = 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Why Use Tuples?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Protect data from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83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as dictionary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57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Return multiple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321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Faster than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Less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Working with Tuples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point = (10, 20, 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point[0]  #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point[-1]  #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point[0:2]  # (10, 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Unpacking: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5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x, y, z = point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first, *rest = (1, 2, 3,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Operations: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len(point)  #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20 in point  #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(1, 2) + (3, 4)  # (1, 2, 3, 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97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(1, 2) * 3  # (1, 2, 1, 2, 1, 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264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72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Methods: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Sets: Unique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What Are Sets?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Unordered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 indexing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79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54679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39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{1, 2, 3, 4, 5}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empty = set()  # NOT {}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from_list = set([1, 2, 2, 3])  # {1, 2, 3}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Why Use Sets?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Remove duplicates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Fast membership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1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Mathematical set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Track unique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Operations: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{1, 2, 3}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numbers.add(4)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numbers.remove(2)  # Error if not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numbers.discard(2)  # No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numbers.pop()  # Remove arbitrary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Membership: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 in numbers  # O(1) - very fast!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Set Math: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9204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 = {1, 2, 3}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b = {3, 4, 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 | b  # Union: {1, 2, 3, 4, 5}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 &amp; b  # Intersection: {3}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When to Use Each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When to Use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Tuple When: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Data shouldn't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Need hashable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Return multiple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Represent fixed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59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37559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7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coordinates = (x, y)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rgb_color = (255, 0, 128)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date = (2025, 1, 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Set When: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Need unique elements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Fast membership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Set operations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Order doesn't matter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978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43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Practical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Remove Duplicates: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[1, 2, 2, 3, 3, 3]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unique = list(set(numbers))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Find Common Elements: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list1 = [1, 2, 3, 4]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list2 = [3, 4, 5, 6]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common = set(list1) &amp; set(list2)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Return Values: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get_stats(data):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min(data), max(data), len(data)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min_val, max_val, count = get_stats([1,2,3])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Coordinate Pairs: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8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