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274320" cy="502920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Chapter 10: Error Handling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114800"/>
            <a:ext cx="6702552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4297680"/>
            <a:ext cx="6336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Writing Robust Python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Error Handling?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Problems Without Handling: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Programs crash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Poor user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Lost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No recovery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035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260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Benefits of Handling: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832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Graceful degradation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5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User-friendly messages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Program continues running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062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Logging and debugging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348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805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Types of Errors: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Syntax errors: Code won't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120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Runtime errors: Crash during 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863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Logic errors: Wrong results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71499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76071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We Focus 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Runtime error handling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Common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ValueError: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Invalid type conversion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int("abc")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ZeroDivisionError: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346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Division by zero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10 / 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3755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832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TypeError: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Wrong type operation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7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"hello" + 5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4339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8911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IndexError: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Invalid list 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206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[1, 2][5]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949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KeyError: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521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Invalid dict key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1264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{"a": 1}["b"]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Try-Except Blocks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Basic Syntax: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# Code that might raise exception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age = int(input("Age: "))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ValueError: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7472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47472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2044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# Handle the error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print("Please enter a number")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519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97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Multiple Exceptions: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7091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548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6636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16636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120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result = 10 / int(input("Number: "))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7150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760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ValueError: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else and finally Clauses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else Clause: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Runs if no exception occurred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7889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346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age = int(input("Age: "))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375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832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ValueError: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9476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9476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print("Invalid")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434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3891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else: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80060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80060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84632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print(f"Valid age: {age}")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3492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394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finally Clause: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Always runs, error or not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0807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Raising Exceptions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Raising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raise Keyword: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Trigger exceptions manually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789920" cy="1554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73152" cy="1554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24128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def set_age(age):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if age &lt; 0: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raise ValueError("Age cannot be negative")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if age &gt; 150: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raise ValueError("Age too high")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return 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490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0624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20624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user_age = set_age(-5)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754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800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ValueError as e: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12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212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print(f"Error: {e}")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760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Re-raising: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Custom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Define Your Own: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1554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1554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class InvalidAgeError(Exception):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pass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class NegativeValueError(Exception):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def __init__(self, value):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self.value = value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super().__init__(f"Negative: {value}")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74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Using Custom Exceptions: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3192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93192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def validate_age(age):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if age &lt; 0: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raise InvalidAgeError("Age must be positive")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9377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9834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39496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39496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406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validate_age(-5)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InvalidAgeError as e: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Validation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Pattern 1: Retry Loop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2240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2240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while True: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try: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age = int(input("Age: "))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if age &lt; 0: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    print("Must be positive")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    continue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break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except ValueError: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print("Enter a number")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1605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Pattern 2: Default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617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749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749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config = load_config()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6235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6692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FileNotFoundError: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0807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Pattern 3: Validation Function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Best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Be Specific: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Catch specific exceptions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Avoid bare except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889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3463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value = int(input())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375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832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ValueError:  # Good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94759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794759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4047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handle_error()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434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891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0060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80060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4632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value = int(input())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3492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94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except:  # Too broad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80644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85216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handle_error()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Provide Context: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Common Mistakes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Common Mistakes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Mistake 1: Catching Too Broad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Exception:  # Catches everything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Mistake 2: Silent Failures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974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546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1546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risky_code()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033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49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6052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6052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062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pass  # Bad! Hides errors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7091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7548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Mistake 3: Wrong Exception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1663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212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62356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62356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66928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items[index]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1722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ValueError:  # Should be IndexError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When to Use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Use Exceptions For: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Unexpected 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External dependencies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User input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Resource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035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260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Don't Use For: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832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Normal control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5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Expected conditions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1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Performance-critical 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6051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062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Example - Good: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1771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66343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try: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074919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074919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2063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file = open("config.json")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62355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6692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except FileNotFoundError: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08075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1264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Example - Bad: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Time to Practice!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Chapter 10 Exercises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