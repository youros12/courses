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Chapter 10: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Writing Robust Python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Why Error Handling?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Problems Without Handling: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Programs crash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Poor user experience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Lost data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No recovery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Benefits of Handling: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Graceful degradation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User-friendly messages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Program continues running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Logging and debugging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Types of Errors: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Syntax errors: Code won't run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Runtime errors: Crash during execution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Logic errors: Wrong results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We Focus On: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Runtime error handling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Exceptions management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Common Exceptions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ValueError: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Invalid type conversion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int("abc")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ZeroDivisionError: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Division by zero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10 / 0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TypeError: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Wrong type operation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"hello" + 5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IndexError: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Invalid list index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[1, 2][5]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KeyError: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Invalid dict key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{"a": 1}["b"]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FileNotFoundError: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File doesn't exist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AttributeError: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Invalid attribute access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Try-Except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Basic Syntax: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Code that might raise exception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age = int(input("Age: "))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ValueError: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Handle the error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print("Please enter a number")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Multiple Exceptions: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result = 10 / int(input("Number: "))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ValueError: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print("Invalid number")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ZeroDivisionError: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print("Cannot divide by zero")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Catch All: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Exception as 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print(f"Error: {e}")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The else and finally Clauses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else Clause: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Runs if no exception occurred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age = int(input("Age: "))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ValueError: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print("Invalid")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else: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print(f"Valid age: {age}")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finally Clause: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Always runs, error or not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Used for cleanup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file = open("data.txt")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data = file.read()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FileNotFoundError: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print("File not found")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finally: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file.close()  # Always closes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Raising Exceptions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raise Keyword: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Trigger exceptions manually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def set_age(age):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age &lt;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raise ValueError("Age cannot be negative")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age &gt; 150: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raise ValueError("Age too high")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return age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user_age = set_age(-5)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ValueError as 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print(f"Error: {e}")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Re-raising: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risky_operation()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Exception: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log_error()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raise  # Re-raise same exception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Custom Exceptions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Define Your Own: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class InvalidAgeError(Exception):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pass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class NegativeValueError(Exception):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def __init__(self, value):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self.value = value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super().__init__(f"Negative: {value}")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Using Custom Exceptions: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def validate_age(age):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age &lt;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raise InvalidAgeError("Age must be positive")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validate_age(-5)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InvalidAgeError as 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print(f"Validation error: {e}")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When to Use: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Domain-specific errors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Better error clarity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Custom error handling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Validation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1: Retry Loop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True: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age = int(input("Age: "))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if age &lt;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    print("Must be positive")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    continue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break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except ValueError: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print("Enter a number")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2: Default Value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config = load_config()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FileNotFoundError: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config = default_config()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3: Validation Function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def get_valid_int(prompt):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while True: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    return int(input(prompt))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except ValueError: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    print("Invalid number")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Best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Be Specific: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Catch specific exceptions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Avoid bare except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value = int(input())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ValueError:  # Good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handle_error()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value = int(input())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except:  # Too broad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handle_error()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Provide Context: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Helpful error messages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Explain what went wrong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Suggest solution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Don't Silence Errors: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Avoid empty except blocks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Log or handle appropriately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Use finally for Cleanup: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Close files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Release resources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Restore state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Common 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Mistake 1: Catching Too Broad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Exception:  # Catches everything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Mistake 2: Silent Failures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risky_code()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pass  # Bad! Hides errors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Mistake 3: Wrong Exception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items[index]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ValueError:  # Should be IndexError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handle_error()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Mistake 4: Logic in except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Keep except blocks simple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Extract complex logic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Mistake 5: Not Using finally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Forgetting to close resources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 "with" or finally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When to Use Exceptions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Use Exceptions For: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Unexpected errors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External dependencies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User input validation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Resource management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Don't Use For: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Normal control flow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Expected conditions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Performance-critical code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Example - Good: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file = open("config.json")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FileNotFoundError: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use_defaults()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Example - Bad: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try: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user in users: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login(user)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except KeyError: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create_user()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Better: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if user in users: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login(user)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else: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create_user()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