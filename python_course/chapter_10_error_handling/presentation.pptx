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Chapter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Error Handling - Making Programs Robust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When Things Go Wrong (And They Will!)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Why Error Handling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Errors areinevitable- but crashes areoptional!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Without Error Handling: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With Error Handling: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Common Errors You've Seen: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❌ Programs crash unexpectedly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❌ Users see scary error messages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❌ Data might be lost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❌ No way to recover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✓ Programs handle problems gracefully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✓ Users see helpful messages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Common Exception 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ValueError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Invalid value for conversion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TypeError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Wrong type for operation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ZeroDivisionError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Division by zero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FileNotFoundError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File doesn't exist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IndexError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List index out of range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Try-Except Blocks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Thetry-exceptblock catches errors and handles them gracefully!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Without Try-Except (Crashes):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With Try-Except (Handles Error):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Multiple Except Blocks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Handle different errors differently!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Each Error Gets Custom Message!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✓ User types "abc" → ValueError caught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✓ User types "0" → ZeroDivisionError caught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✓ User types "5" → Success!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The else Clause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Theelseblock runsonly if NO exception occurred!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If Error Occurs: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❌ Try block stops✓ Except block runs❌ Else block skipped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If No Error: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✓ Try block completes❌ Except block skipped✓ Else block runs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The finally Clause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ThefinallyblockALWAYS runs- error or not!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Perfect For: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Raising Exceptions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You canraiseyour own exceptions when something is wrong!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Basic Syntax: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Valid Input: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Invalid Input: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Best Practices for Error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✓ DO: Catch Specific Exceptions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When to Use Error Handling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✓ Use Try-Except For: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When NOT to Use: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Remember: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Error handling makes your programrobust, not perfect!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📝 User input validation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📁 File operations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🌐 Network requests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🔄 Type conversions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📊 Dictionary/list access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🔢 Math operations (division)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Real-World Example: Safe User Input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What This Does: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✓ Keeps asking until valid input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✓ Handles non-numeric input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✓ Validates age range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✓ Provides clear error messages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Debugging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Read Error Messages!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Print Debugging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Test with Simple Cases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Start with known inputs to isolate problems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Break Down Complex Code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Test each part separately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Errors are learning opportunities!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📍 Shows line number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🏷️ Shows exception type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💬 Describes the problem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Key Concepts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✓ Try-Except Blocks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Catch and handle errors gracefully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✓ Specific Exceptions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Catch exactly what you expect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✓ else Clause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Runs when no error occurs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✓ finally Clause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Always runs for cleanup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✓ Raising Exceptions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Signal problems in your code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Ready to Code!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Open the practice notebook to master error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Build robust, professional programs!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